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5ED"/>
    <a:srgbClr val="2E4A54"/>
    <a:srgbClr val="FFFFFF"/>
    <a:srgbClr val="6B7C7B"/>
    <a:srgbClr val="94AEA0"/>
    <a:srgbClr val="768E86"/>
    <a:srgbClr val="E56547"/>
    <a:srgbClr val="E76F51"/>
    <a:srgbClr val="F2B3A4"/>
    <a:srgbClr val="0E1F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8DBDEB-5AF8-4A55-9F25-BE6B10BF774B}" type="datetimeFigureOut">
              <a:rPr lang="en-GB" smtClean="0"/>
              <a:t>21/10/2026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EA2EFE-7093-48B3-8BD0-AD08E5B4FB90}" type="slidenum">
              <a:rPr lang="en-GB" smtClean="0"/>
              <a:t>‹#›</a:t>
            </a:fld>
            <a:endParaRPr lang="en-GB"/>
          </a:p>
        </p:txBody>
      </p:sp>
    </p:spTree>
    <p:extLst>
      <p:ext uri="{BB962C8B-B14F-4D97-AF65-F5344CB8AC3E}">
        <p14:creationId xmlns:p14="http://schemas.microsoft.com/office/powerpoint/2010/main" val="3181361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0EA2EFE-7093-48B3-8BD0-AD08E5B4FB90}" type="slidenum">
              <a:rPr lang="en-GB" smtClean="0"/>
              <a:t>3</a:t>
            </a:fld>
            <a:endParaRPr lang="en-GB"/>
          </a:p>
        </p:txBody>
      </p:sp>
    </p:spTree>
    <p:extLst>
      <p:ext uri="{BB962C8B-B14F-4D97-AF65-F5344CB8AC3E}">
        <p14:creationId xmlns:p14="http://schemas.microsoft.com/office/powerpoint/2010/main" val="488715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924D-97FD-BCAE-7BDA-BA93B7683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E98EF-EB86-AD17-310F-BBFCBD78E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B5DF7-57AE-B795-767B-08AB6BBFFE9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445A97D-53D8-85BA-F8C1-B5898F04537B}"/>
              </a:ext>
            </a:extLst>
          </p:cNvPr>
          <p:cNvSpPr>
            <a:spLocks noGrp="1"/>
          </p:cNvSpPr>
          <p:nvPr>
            <p:ph type="sldNum" sz="quarter" idx="5"/>
          </p:nvPr>
        </p:nvSpPr>
        <p:spPr/>
        <p:txBody>
          <a:bodyPr/>
          <a:lstStyle/>
          <a:p>
            <a:fld id="{F0EA2EFE-7093-48B3-8BD0-AD08E5B4FB90}" type="slidenum">
              <a:rPr lang="en-GB" smtClean="0"/>
              <a:t>4</a:t>
            </a:fld>
            <a:endParaRPr lang="en-GB"/>
          </a:p>
        </p:txBody>
      </p:sp>
    </p:spTree>
    <p:extLst>
      <p:ext uri="{BB962C8B-B14F-4D97-AF65-F5344CB8AC3E}">
        <p14:creationId xmlns:p14="http://schemas.microsoft.com/office/powerpoint/2010/main" val="2297489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5E1EC-5036-1EED-B95F-3B786A830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F45DFA6-D209-06B7-D738-694DBD47F5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53488A9-316F-D904-A1F6-AC5D566B6C30}"/>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5" name="Footer Placeholder 4">
            <a:extLst>
              <a:ext uri="{FF2B5EF4-FFF2-40B4-BE49-F238E27FC236}">
                <a16:creationId xmlns:a16="http://schemas.microsoft.com/office/drawing/2014/main" id="{57F6CAD4-8ABF-808C-2510-3096E173E27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DF07D9-6746-4E5A-AAB6-A315DC3F1587}"/>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1567071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E0211-C3B2-62EC-26FF-FCF375A45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7981DFD-659E-FB23-6FE9-6CFC64638D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D9007E-6621-2A47-B46C-6BB114305FF0}"/>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5" name="Footer Placeholder 4">
            <a:extLst>
              <a:ext uri="{FF2B5EF4-FFF2-40B4-BE49-F238E27FC236}">
                <a16:creationId xmlns:a16="http://schemas.microsoft.com/office/drawing/2014/main" id="{98B39DB9-40AC-7BF8-5CE8-0400AFB932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CFB992-1CB5-6EEB-4BF8-8901F61485EC}"/>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3191905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9FF14-1E64-D47F-A78F-672B6971F4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40B16EA-09F3-4679-04F6-098696CBBA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BEAD55-A937-B6B0-3371-DAD6DE46F784}"/>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5" name="Footer Placeholder 4">
            <a:extLst>
              <a:ext uri="{FF2B5EF4-FFF2-40B4-BE49-F238E27FC236}">
                <a16:creationId xmlns:a16="http://schemas.microsoft.com/office/drawing/2014/main" id="{ECC8C9A2-D626-19F7-EFA7-36680BB6A1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2812FD-86DA-4B30-75F8-D86DBDBA8DE8}"/>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2020167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50D09-C5DD-9DC9-D8CB-C3E997FC4BD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A7A4A30-94A3-7545-993B-42980FF691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30BC4F38-9D8C-BF32-F8B4-12CDEB36CC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99D06EA-2336-61C2-D37B-9CAF7DD2EEE3}"/>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6" name="Footer Placeholder 5">
            <a:extLst>
              <a:ext uri="{FF2B5EF4-FFF2-40B4-BE49-F238E27FC236}">
                <a16:creationId xmlns:a16="http://schemas.microsoft.com/office/drawing/2014/main" id="{6665FECB-3DF5-483F-43EA-F53FF2C89CF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CBEEADA-AEA5-55E4-1292-ED6A8BE99115}"/>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1407916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818B8-B179-5771-896A-E2911CD7FD1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BD0AA6B-53F6-F7F6-781A-836D111A3D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7A7B6A-AB73-262D-A513-EFF139DAB2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E7FB20E-B71B-89BE-CF6F-02B783B734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137C7-6E64-248B-0682-CACA344256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8E8F9D1-D68A-79C3-142D-A1213C4DB9A0}"/>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8" name="Footer Placeholder 7">
            <a:extLst>
              <a:ext uri="{FF2B5EF4-FFF2-40B4-BE49-F238E27FC236}">
                <a16:creationId xmlns:a16="http://schemas.microsoft.com/office/drawing/2014/main" id="{33D11A0E-1281-4C1A-BCD4-EDE0A241A06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CC4663-9C60-881F-3D0B-5FD7F9804589}"/>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1026488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D39F-D624-4FAB-9989-9360DB33CDE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0BED29B-35DE-BE3A-EA24-2D1930249C2D}"/>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4" name="Footer Placeholder 3">
            <a:extLst>
              <a:ext uri="{FF2B5EF4-FFF2-40B4-BE49-F238E27FC236}">
                <a16:creationId xmlns:a16="http://schemas.microsoft.com/office/drawing/2014/main" id="{7EC5D6E7-23AC-8C70-8050-90F2AD6760C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34AEECC-E93C-4EC4-DE18-585578763451}"/>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1640485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FD685C-85BB-22CE-5318-D88010563468}"/>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3" name="Footer Placeholder 2">
            <a:extLst>
              <a:ext uri="{FF2B5EF4-FFF2-40B4-BE49-F238E27FC236}">
                <a16:creationId xmlns:a16="http://schemas.microsoft.com/office/drawing/2014/main" id="{B36AFEE3-F831-9EA8-338E-A44C6AC26AA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FEF8E1A-A28B-19CF-4EC7-8908EBB9BB3F}"/>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39920654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5B83E-A58A-FBA5-4CC5-7ED83DFD6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AF501EC-6C4B-722E-1381-72755879A1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7FB4E7-8CB0-42AB-2EAF-59C90B10D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86BEAE-E806-B0EC-0D69-8BCC961FAD44}"/>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6" name="Footer Placeholder 5">
            <a:extLst>
              <a:ext uri="{FF2B5EF4-FFF2-40B4-BE49-F238E27FC236}">
                <a16:creationId xmlns:a16="http://schemas.microsoft.com/office/drawing/2014/main" id="{8C9A2667-62E2-D4D7-5DC7-CE0E20EBD27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B5461DC-14AC-7469-6F9C-9384F5075CF1}"/>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1396215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3113-DBBC-A74C-B2CD-944A3105C3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0931B1C-D92E-9BF7-A990-E8F78A67872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717A5C7-4FD5-F156-F583-483B63FCE8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C1C63-3405-99A3-C9F9-152D7C63A220}"/>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6" name="Footer Placeholder 5">
            <a:extLst>
              <a:ext uri="{FF2B5EF4-FFF2-40B4-BE49-F238E27FC236}">
                <a16:creationId xmlns:a16="http://schemas.microsoft.com/office/drawing/2014/main" id="{873B8E8D-257E-D4E0-BAA4-7932D2E24C4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461758E-C5FE-55B0-BEF7-F2FCE0C4F137}"/>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4157463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4B725-C022-7CF0-FA17-5BD5587BCD2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B406E70-1B52-C313-97C4-3486F8FB34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89F670-7FA2-5E9A-F653-679C06DC543E}"/>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5" name="Footer Placeholder 4">
            <a:extLst>
              <a:ext uri="{FF2B5EF4-FFF2-40B4-BE49-F238E27FC236}">
                <a16:creationId xmlns:a16="http://schemas.microsoft.com/office/drawing/2014/main" id="{53F83790-0E21-4B28-40BD-63E9BC2F687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5E40C78-DC50-E96D-8CF7-7D675C22B936}"/>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2464772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F2562B-87B3-F99F-2AB4-596270750A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EDAB850-FE0A-1FF4-B255-CD3FE5EACD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83F62E3-3FF5-2DCA-681B-0AE1E2585411}"/>
              </a:ext>
            </a:extLst>
          </p:cNvPr>
          <p:cNvSpPr>
            <a:spLocks noGrp="1"/>
          </p:cNvSpPr>
          <p:nvPr>
            <p:ph type="dt" sz="half" idx="10"/>
          </p:nvPr>
        </p:nvSpPr>
        <p:spPr/>
        <p:txBody>
          <a:bodyPr/>
          <a:lstStyle/>
          <a:p>
            <a:fld id="{37995597-92E1-4060-8EDB-CD28E90127B0}" type="datetimeFigureOut">
              <a:rPr lang="en-GB" smtClean="0"/>
              <a:t>21/10/2026</a:t>
            </a:fld>
            <a:endParaRPr lang="en-GB"/>
          </a:p>
        </p:txBody>
      </p:sp>
      <p:sp>
        <p:nvSpPr>
          <p:cNvPr id="5" name="Footer Placeholder 4">
            <a:extLst>
              <a:ext uri="{FF2B5EF4-FFF2-40B4-BE49-F238E27FC236}">
                <a16:creationId xmlns:a16="http://schemas.microsoft.com/office/drawing/2014/main" id="{8BC72135-4156-474D-655E-8C1E8DB72C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4931DAA-6A7E-808F-0378-DCCC8C4D6734}"/>
              </a:ext>
            </a:extLst>
          </p:cNvPr>
          <p:cNvSpPr>
            <a:spLocks noGrp="1"/>
          </p:cNvSpPr>
          <p:nvPr>
            <p:ph type="sldNum" sz="quarter" idx="12"/>
          </p:nvPr>
        </p:nvSpPr>
        <p:spPr/>
        <p:txBody>
          <a:bodyPr/>
          <a:lstStyle/>
          <a:p>
            <a:fld id="{B22B14F1-ECAA-40AD-984E-3C055DFD12AC}" type="slidenum">
              <a:rPr lang="en-GB" smtClean="0"/>
              <a:t>‹#›</a:t>
            </a:fld>
            <a:endParaRPr lang="en-GB"/>
          </a:p>
        </p:txBody>
      </p:sp>
    </p:spTree>
    <p:extLst>
      <p:ext uri="{BB962C8B-B14F-4D97-AF65-F5344CB8AC3E}">
        <p14:creationId xmlns:p14="http://schemas.microsoft.com/office/powerpoint/2010/main" val="350973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9B5A0-382A-8EFB-5C72-495BFFE1EB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C9B07A1-26BD-4780-7521-AE1EB30FF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8B74E76-BB9C-7F21-5EC0-A0B4C16BCF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995597-92E1-4060-8EDB-CD28E90127B0}" type="datetimeFigureOut">
              <a:rPr lang="en-GB" smtClean="0"/>
              <a:t>21/10/2026</a:t>
            </a:fld>
            <a:endParaRPr lang="en-GB"/>
          </a:p>
        </p:txBody>
      </p:sp>
      <p:sp>
        <p:nvSpPr>
          <p:cNvPr id="5" name="Footer Placeholder 4">
            <a:extLst>
              <a:ext uri="{FF2B5EF4-FFF2-40B4-BE49-F238E27FC236}">
                <a16:creationId xmlns:a16="http://schemas.microsoft.com/office/drawing/2014/main" id="{0D3D80EF-FD50-A55D-638E-EE1513A4FC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91081374-B2AE-4A11-35AC-9A4A16F09F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2B14F1-ECAA-40AD-984E-3C055DFD12AC}" type="slidenum">
              <a:rPr lang="en-GB" smtClean="0"/>
              <a:t>‹#›</a:t>
            </a:fld>
            <a:endParaRPr lang="en-GB"/>
          </a:p>
        </p:txBody>
      </p:sp>
    </p:spTree>
    <p:extLst>
      <p:ext uri="{BB962C8B-B14F-4D97-AF65-F5344CB8AC3E}">
        <p14:creationId xmlns:p14="http://schemas.microsoft.com/office/powerpoint/2010/main" val="587041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14096837_1920_1080_30fps (1)">
            <a:hlinkClick r:id="" action="ppaction://media"/>
            <a:extLst>
              <a:ext uri="{FF2B5EF4-FFF2-40B4-BE49-F238E27FC236}">
                <a16:creationId xmlns:a16="http://schemas.microsoft.com/office/drawing/2014/main" id="{F0F859D9-1D1C-CF22-488A-A1AB472E571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
        <p:nvSpPr>
          <p:cNvPr id="15" name="TextBox 14">
            <a:extLst>
              <a:ext uri="{FF2B5EF4-FFF2-40B4-BE49-F238E27FC236}">
                <a16:creationId xmlns:a16="http://schemas.microsoft.com/office/drawing/2014/main" id="{183BD3E8-F9AB-39A5-C66E-77AE23D55511}"/>
              </a:ext>
            </a:extLst>
          </p:cNvPr>
          <p:cNvSpPr txBox="1"/>
          <p:nvPr/>
        </p:nvSpPr>
        <p:spPr>
          <a:xfrm>
            <a:off x="-1929384" y="-91440"/>
            <a:ext cx="8025384" cy="6949440"/>
          </a:xfrm>
          <a:custGeom>
            <a:avLst/>
            <a:gdLst/>
            <a:ahLst/>
            <a:cxnLst/>
            <a:rect l="l" t="t" r="r" b="b"/>
            <a:pathLst>
              <a:path w="7187184" h="6858000">
                <a:moveTo>
                  <a:pt x="5595531" y="2502352"/>
                </a:moveTo>
                <a:lnTo>
                  <a:pt x="5595531" y="2512733"/>
                </a:lnTo>
                <a:cubicBezTo>
                  <a:pt x="5595531" y="2520546"/>
                  <a:pt x="5593057" y="2527522"/>
                  <a:pt x="5588109" y="2533662"/>
                </a:cubicBezTo>
                <a:cubicBezTo>
                  <a:pt x="5583160" y="2539801"/>
                  <a:pt x="5575849" y="2542871"/>
                  <a:pt x="5566175" y="2542871"/>
                </a:cubicBezTo>
                <a:cubicBezTo>
                  <a:pt x="5559478" y="2542871"/>
                  <a:pt x="5554473" y="2541215"/>
                  <a:pt x="5551162" y="2537903"/>
                </a:cubicBezTo>
                <a:cubicBezTo>
                  <a:pt x="5547851" y="2534592"/>
                  <a:pt x="5546195" y="2530592"/>
                  <a:pt x="5546195" y="2525904"/>
                </a:cubicBezTo>
                <a:cubicBezTo>
                  <a:pt x="5546195" y="2510203"/>
                  <a:pt x="5562640" y="2502352"/>
                  <a:pt x="5595531" y="2502352"/>
                </a:cubicBezTo>
                <a:close/>
                <a:moveTo>
                  <a:pt x="4843056" y="2502352"/>
                </a:moveTo>
                <a:lnTo>
                  <a:pt x="4843056" y="2512733"/>
                </a:lnTo>
                <a:cubicBezTo>
                  <a:pt x="4843056" y="2520546"/>
                  <a:pt x="4840582" y="2527522"/>
                  <a:pt x="4835634" y="2533662"/>
                </a:cubicBezTo>
                <a:cubicBezTo>
                  <a:pt x="4830685" y="2539801"/>
                  <a:pt x="4823374" y="2542871"/>
                  <a:pt x="4813700" y="2542871"/>
                </a:cubicBezTo>
                <a:cubicBezTo>
                  <a:pt x="4807003" y="2542871"/>
                  <a:pt x="4801998" y="2541215"/>
                  <a:pt x="4798687" y="2537903"/>
                </a:cubicBezTo>
                <a:cubicBezTo>
                  <a:pt x="4795376" y="2534592"/>
                  <a:pt x="4793720" y="2530592"/>
                  <a:pt x="4793720" y="2525904"/>
                </a:cubicBezTo>
                <a:cubicBezTo>
                  <a:pt x="4793720" y="2510203"/>
                  <a:pt x="4810165" y="2502352"/>
                  <a:pt x="4843056" y="2502352"/>
                </a:cubicBezTo>
                <a:close/>
                <a:moveTo>
                  <a:pt x="3964003" y="2493088"/>
                </a:moveTo>
                <a:lnTo>
                  <a:pt x="3999610" y="2493088"/>
                </a:lnTo>
                <a:cubicBezTo>
                  <a:pt x="4006903" y="2493088"/>
                  <a:pt x="4012763" y="2495134"/>
                  <a:pt x="4017191" y="2499227"/>
                </a:cubicBezTo>
                <a:cubicBezTo>
                  <a:pt x="4021618" y="2503319"/>
                  <a:pt x="4023832" y="2508566"/>
                  <a:pt x="4023832" y="2514965"/>
                </a:cubicBezTo>
                <a:cubicBezTo>
                  <a:pt x="4023832" y="2521662"/>
                  <a:pt x="4021655" y="2526983"/>
                  <a:pt x="4017302" y="2530927"/>
                </a:cubicBezTo>
                <a:cubicBezTo>
                  <a:pt x="4012949" y="2534871"/>
                  <a:pt x="4007014" y="2536843"/>
                  <a:pt x="3999499" y="2536843"/>
                </a:cubicBezTo>
                <a:lnTo>
                  <a:pt x="3964003" y="2536843"/>
                </a:lnTo>
                <a:close/>
                <a:moveTo>
                  <a:pt x="4616019" y="2491301"/>
                </a:moveTo>
                <a:lnTo>
                  <a:pt x="4616019" y="2512175"/>
                </a:lnTo>
                <a:lnTo>
                  <a:pt x="4672053" y="2512175"/>
                </a:lnTo>
                <a:lnTo>
                  <a:pt x="4672053" y="2491301"/>
                </a:lnTo>
                <a:close/>
                <a:moveTo>
                  <a:pt x="6382497" y="2465517"/>
                </a:moveTo>
                <a:cubicBezTo>
                  <a:pt x="6390981" y="2465517"/>
                  <a:pt x="6397268" y="2468847"/>
                  <a:pt x="6401361" y="2475507"/>
                </a:cubicBezTo>
                <a:cubicBezTo>
                  <a:pt x="6405454" y="2482167"/>
                  <a:pt x="6407500" y="2491264"/>
                  <a:pt x="6407500" y="2502799"/>
                </a:cubicBezTo>
                <a:cubicBezTo>
                  <a:pt x="6407500" y="2528322"/>
                  <a:pt x="6398943" y="2541085"/>
                  <a:pt x="6381828" y="2541085"/>
                </a:cubicBezTo>
                <a:cubicBezTo>
                  <a:pt x="6374014" y="2541085"/>
                  <a:pt x="6367856" y="2537847"/>
                  <a:pt x="6363354" y="2531373"/>
                </a:cubicBezTo>
                <a:cubicBezTo>
                  <a:pt x="6358852" y="2524900"/>
                  <a:pt x="6356601" y="2515523"/>
                  <a:pt x="6356601" y="2503245"/>
                </a:cubicBezTo>
                <a:cubicBezTo>
                  <a:pt x="6356601" y="2491860"/>
                  <a:pt x="6358722" y="2482725"/>
                  <a:pt x="6362964" y="2475842"/>
                </a:cubicBezTo>
                <a:cubicBezTo>
                  <a:pt x="6367205" y="2468959"/>
                  <a:pt x="6373716" y="2465517"/>
                  <a:pt x="6382497" y="2465517"/>
                </a:cubicBezTo>
                <a:close/>
                <a:moveTo>
                  <a:pt x="5449047" y="2465517"/>
                </a:moveTo>
                <a:cubicBezTo>
                  <a:pt x="5457531" y="2465517"/>
                  <a:pt x="5463818" y="2468847"/>
                  <a:pt x="5467911" y="2475507"/>
                </a:cubicBezTo>
                <a:cubicBezTo>
                  <a:pt x="5472004" y="2482167"/>
                  <a:pt x="5474050" y="2491264"/>
                  <a:pt x="5474050" y="2502799"/>
                </a:cubicBezTo>
                <a:cubicBezTo>
                  <a:pt x="5474050" y="2528322"/>
                  <a:pt x="5465493" y="2541085"/>
                  <a:pt x="5448378" y="2541085"/>
                </a:cubicBezTo>
                <a:cubicBezTo>
                  <a:pt x="5440564" y="2541085"/>
                  <a:pt x="5434406" y="2537847"/>
                  <a:pt x="5429904" y="2531373"/>
                </a:cubicBezTo>
                <a:cubicBezTo>
                  <a:pt x="5425402" y="2524900"/>
                  <a:pt x="5423151" y="2515523"/>
                  <a:pt x="5423151" y="2503245"/>
                </a:cubicBezTo>
                <a:cubicBezTo>
                  <a:pt x="5423151" y="2491860"/>
                  <a:pt x="5425272" y="2482725"/>
                  <a:pt x="5429514" y="2475842"/>
                </a:cubicBezTo>
                <a:cubicBezTo>
                  <a:pt x="5433755" y="2468959"/>
                  <a:pt x="5440266" y="2465517"/>
                  <a:pt x="5449047" y="2465517"/>
                </a:cubicBezTo>
                <a:close/>
                <a:moveTo>
                  <a:pt x="5067378" y="2462503"/>
                </a:moveTo>
                <a:cubicBezTo>
                  <a:pt x="5074447" y="2462503"/>
                  <a:pt x="5080381" y="2465070"/>
                  <a:pt x="5085181" y="2470205"/>
                </a:cubicBezTo>
                <a:cubicBezTo>
                  <a:pt x="5089981" y="2475340"/>
                  <a:pt x="5092418" y="2481962"/>
                  <a:pt x="5092492" y="2490074"/>
                </a:cubicBezTo>
                <a:lnTo>
                  <a:pt x="5041593" y="2490074"/>
                </a:lnTo>
                <a:cubicBezTo>
                  <a:pt x="5042412" y="2481293"/>
                  <a:pt x="5045165" y="2474502"/>
                  <a:pt x="5049853" y="2469703"/>
                </a:cubicBezTo>
                <a:cubicBezTo>
                  <a:pt x="5054541" y="2464903"/>
                  <a:pt x="5060383" y="2462503"/>
                  <a:pt x="5067378" y="2462503"/>
                </a:cubicBezTo>
                <a:close/>
                <a:moveTo>
                  <a:pt x="6050983" y="2446988"/>
                </a:moveTo>
                <a:lnTo>
                  <a:pt x="6050983" y="2559725"/>
                </a:lnTo>
                <a:lnTo>
                  <a:pt x="6076432" y="2559725"/>
                </a:lnTo>
                <a:lnTo>
                  <a:pt x="6076432" y="2446988"/>
                </a:lnTo>
                <a:close/>
                <a:moveTo>
                  <a:pt x="4503840" y="2446988"/>
                </a:moveTo>
                <a:lnTo>
                  <a:pt x="4542572" y="2552805"/>
                </a:lnTo>
                <a:cubicBezTo>
                  <a:pt x="4544135" y="2556972"/>
                  <a:pt x="4544917" y="2559279"/>
                  <a:pt x="4544917" y="2559725"/>
                </a:cubicBezTo>
                <a:cubicBezTo>
                  <a:pt x="4544917" y="2560469"/>
                  <a:pt x="4544172" y="2563074"/>
                  <a:pt x="4542684" y="2567539"/>
                </a:cubicBezTo>
                <a:cubicBezTo>
                  <a:pt x="4541196" y="2572003"/>
                  <a:pt x="4539168" y="2575110"/>
                  <a:pt x="4536601" y="2576859"/>
                </a:cubicBezTo>
                <a:cubicBezTo>
                  <a:pt x="4534033" y="2578608"/>
                  <a:pt x="4530071" y="2579482"/>
                  <a:pt x="4524713" y="2579482"/>
                </a:cubicBezTo>
                <a:lnTo>
                  <a:pt x="4512546" y="2579259"/>
                </a:lnTo>
                <a:lnTo>
                  <a:pt x="4512546" y="2599462"/>
                </a:lnTo>
                <a:cubicBezTo>
                  <a:pt x="4518946" y="2599983"/>
                  <a:pt x="4523820" y="2600244"/>
                  <a:pt x="4527169" y="2600244"/>
                </a:cubicBezTo>
                <a:cubicBezTo>
                  <a:pt x="4535652" y="2600244"/>
                  <a:pt x="4542219" y="2598067"/>
                  <a:pt x="4546870" y="2593714"/>
                </a:cubicBezTo>
                <a:cubicBezTo>
                  <a:pt x="4551521" y="2589361"/>
                  <a:pt x="4555186" y="2583240"/>
                  <a:pt x="4557865" y="2575352"/>
                </a:cubicBezTo>
                <a:lnTo>
                  <a:pt x="4601732" y="2446988"/>
                </a:lnTo>
                <a:lnTo>
                  <a:pt x="4581417" y="2446988"/>
                </a:lnTo>
                <a:lnTo>
                  <a:pt x="4557865" y="2521327"/>
                </a:lnTo>
                <a:lnTo>
                  <a:pt x="4530517" y="2446988"/>
                </a:lnTo>
                <a:close/>
                <a:moveTo>
                  <a:pt x="4346008" y="2446988"/>
                </a:moveTo>
                <a:lnTo>
                  <a:pt x="4346008" y="2559725"/>
                </a:lnTo>
                <a:lnTo>
                  <a:pt x="4371457" y="2559725"/>
                </a:lnTo>
                <a:lnTo>
                  <a:pt x="4371457" y="2446988"/>
                </a:lnTo>
                <a:close/>
                <a:moveTo>
                  <a:pt x="4065690" y="2446988"/>
                </a:moveTo>
                <a:lnTo>
                  <a:pt x="4104422" y="2552805"/>
                </a:lnTo>
                <a:cubicBezTo>
                  <a:pt x="4105985" y="2556972"/>
                  <a:pt x="4106766" y="2559279"/>
                  <a:pt x="4106766" y="2559725"/>
                </a:cubicBezTo>
                <a:cubicBezTo>
                  <a:pt x="4106766" y="2560469"/>
                  <a:pt x="4106022" y="2563074"/>
                  <a:pt x="4104534" y="2567539"/>
                </a:cubicBezTo>
                <a:cubicBezTo>
                  <a:pt x="4103046" y="2572003"/>
                  <a:pt x="4101018" y="2575110"/>
                  <a:pt x="4098451" y="2576859"/>
                </a:cubicBezTo>
                <a:cubicBezTo>
                  <a:pt x="4095883" y="2578608"/>
                  <a:pt x="4091921" y="2579482"/>
                  <a:pt x="4086563" y="2579482"/>
                </a:cubicBezTo>
                <a:lnTo>
                  <a:pt x="4074396" y="2579259"/>
                </a:lnTo>
                <a:lnTo>
                  <a:pt x="4074396" y="2599462"/>
                </a:lnTo>
                <a:cubicBezTo>
                  <a:pt x="4080796" y="2599983"/>
                  <a:pt x="4085670" y="2600244"/>
                  <a:pt x="4089019" y="2600244"/>
                </a:cubicBezTo>
                <a:cubicBezTo>
                  <a:pt x="4097502" y="2600244"/>
                  <a:pt x="4104069" y="2598067"/>
                  <a:pt x="4108720" y="2593714"/>
                </a:cubicBezTo>
                <a:cubicBezTo>
                  <a:pt x="4113371" y="2589361"/>
                  <a:pt x="4117036" y="2583240"/>
                  <a:pt x="4119714" y="2575352"/>
                </a:cubicBezTo>
                <a:lnTo>
                  <a:pt x="4163582" y="2446988"/>
                </a:lnTo>
                <a:lnTo>
                  <a:pt x="4143267" y="2446988"/>
                </a:lnTo>
                <a:lnTo>
                  <a:pt x="4119714" y="2521327"/>
                </a:lnTo>
                <a:lnTo>
                  <a:pt x="4092367" y="2446988"/>
                </a:lnTo>
                <a:close/>
                <a:moveTo>
                  <a:pt x="6608902" y="2444644"/>
                </a:moveTo>
                <a:cubicBezTo>
                  <a:pt x="6594615" y="2444644"/>
                  <a:pt x="6583862" y="2448123"/>
                  <a:pt x="6576644" y="2455080"/>
                </a:cubicBezTo>
                <a:cubicBezTo>
                  <a:pt x="6569425" y="2462038"/>
                  <a:pt x="6565816" y="2470503"/>
                  <a:pt x="6565816" y="2480474"/>
                </a:cubicBezTo>
                <a:cubicBezTo>
                  <a:pt x="6565816" y="2498334"/>
                  <a:pt x="6577202" y="2509458"/>
                  <a:pt x="6599972" y="2513849"/>
                </a:cubicBezTo>
                <a:lnTo>
                  <a:pt x="6620511" y="2517756"/>
                </a:lnTo>
                <a:cubicBezTo>
                  <a:pt x="6623859" y="2518425"/>
                  <a:pt x="6626761" y="2519728"/>
                  <a:pt x="6629217" y="2521662"/>
                </a:cubicBezTo>
                <a:cubicBezTo>
                  <a:pt x="6631673" y="2523597"/>
                  <a:pt x="6632901" y="2526053"/>
                  <a:pt x="6632901" y="2529030"/>
                </a:cubicBezTo>
                <a:cubicBezTo>
                  <a:pt x="6632901" y="2538331"/>
                  <a:pt x="6625013" y="2542982"/>
                  <a:pt x="6609237" y="2542982"/>
                </a:cubicBezTo>
                <a:cubicBezTo>
                  <a:pt x="6596810" y="2542982"/>
                  <a:pt x="6588773" y="2538405"/>
                  <a:pt x="6585127" y="2529253"/>
                </a:cubicBezTo>
                <a:lnTo>
                  <a:pt x="6561240" y="2533829"/>
                </a:lnTo>
                <a:cubicBezTo>
                  <a:pt x="6563919" y="2543354"/>
                  <a:pt x="6569686" y="2550442"/>
                  <a:pt x="6578541" y="2555093"/>
                </a:cubicBezTo>
                <a:cubicBezTo>
                  <a:pt x="6587396" y="2559744"/>
                  <a:pt x="6597591" y="2562069"/>
                  <a:pt x="6609125" y="2562069"/>
                </a:cubicBezTo>
                <a:cubicBezTo>
                  <a:pt x="6622445" y="2562069"/>
                  <a:pt x="6633942" y="2559000"/>
                  <a:pt x="6643616" y="2552861"/>
                </a:cubicBezTo>
                <a:cubicBezTo>
                  <a:pt x="6653290" y="2546722"/>
                  <a:pt x="6658127" y="2537438"/>
                  <a:pt x="6658127" y="2525011"/>
                </a:cubicBezTo>
                <a:cubicBezTo>
                  <a:pt x="6658127" y="2507300"/>
                  <a:pt x="6648714" y="2496510"/>
                  <a:pt x="6629887" y="2492641"/>
                </a:cubicBezTo>
                <a:lnTo>
                  <a:pt x="6605665" y="2487618"/>
                </a:lnTo>
                <a:cubicBezTo>
                  <a:pt x="6594726" y="2485385"/>
                  <a:pt x="6589257" y="2481330"/>
                  <a:pt x="6589257" y="2475451"/>
                </a:cubicBezTo>
                <a:cubicBezTo>
                  <a:pt x="6589257" y="2466968"/>
                  <a:pt x="6596028" y="2462727"/>
                  <a:pt x="6609572" y="2462727"/>
                </a:cubicBezTo>
                <a:cubicBezTo>
                  <a:pt x="6620734" y="2462727"/>
                  <a:pt x="6627506" y="2466968"/>
                  <a:pt x="6629887" y="2475451"/>
                </a:cubicBezTo>
                <a:lnTo>
                  <a:pt x="6652546" y="2470875"/>
                </a:lnTo>
                <a:cubicBezTo>
                  <a:pt x="6647263" y="2453387"/>
                  <a:pt x="6632715" y="2444644"/>
                  <a:pt x="6608902" y="2444644"/>
                </a:cubicBezTo>
                <a:close/>
                <a:moveTo>
                  <a:pt x="6382609" y="2444644"/>
                </a:moveTo>
                <a:cubicBezTo>
                  <a:pt x="6366684" y="2444644"/>
                  <a:pt x="6353866" y="2450188"/>
                  <a:pt x="6344155" y="2461275"/>
                </a:cubicBezTo>
                <a:cubicBezTo>
                  <a:pt x="6334444" y="2472363"/>
                  <a:pt x="6329589" y="2486241"/>
                  <a:pt x="6329589" y="2502910"/>
                </a:cubicBezTo>
                <a:cubicBezTo>
                  <a:pt x="6329589" y="2518388"/>
                  <a:pt x="6333979" y="2532118"/>
                  <a:pt x="6342760" y="2544098"/>
                </a:cubicBezTo>
                <a:cubicBezTo>
                  <a:pt x="6351541" y="2556079"/>
                  <a:pt x="6364266" y="2562069"/>
                  <a:pt x="6380935" y="2562069"/>
                </a:cubicBezTo>
                <a:cubicBezTo>
                  <a:pt x="6396413" y="2562069"/>
                  <a:pt x="6409193" y="2556656"/>
                  <a:pt x="6419276" y="2545828"/>
                </a:cubicBezTo>
                <a:cubicBezTo>
                  <a:pt x="6429360" y="2535001"/>
                  <a:pt x="6434401" y="2520695"/>
                  <a:pt x="6434401" y="2502910"/>
                </a:cubicBezTo>
                <a:cubicBezTo>
                  <a:pt x="6434401" y="2485646"/>
                  <a:pt x="6429546" y="2471619"/>
                  <a:pt x="6419835" y="2460829"/>
                </a:cubicBezTo>
                <a:cubicBezTo>
                  <a:pt x="6410124" y="2450039"/>
                  <a:pt x="6397715" y="2444644"/>
                  <a:pt x="6382609" y="2444644"/>
                </a:cubicBezTo>
                <a:close/>
                <a:moveTo>
                  <a:pt x="6151330" y="2444644"/>
                </a:moveTo>
                <a:cubicBezTo>
                  <a:pt x="6136075" y="2444644"/>
                  <a:pt x="6123871" y="2450188"/>
                  <a:pt x="6114718" y="2461275"/>
                </a:cubicBezTo>
                <a:cubicBezTo>
                  <a:pt x="6105565" y="2472363"/>
                  <a:pt x="6100989" y="2486390"/>
                  <a:pt x="6100989" y="2503356"/>
                </a:cubicBezTo>
                <a:cubicBezTo>
                  <a:pt x="6100989" y="2519802"/>
                  <a:pt x="6105175" y="2533699"/>
                  <a:pt x="6113546" y="2545047"/>
                </a:cubicBezTo>
                <a:cubicBezTo>
                  <a:pt x="6121918" y="2556395"/>
                  <a:pt x="6133880" y="2562069"/>
                  <a:pt x="6149432" y="2562069"/>
                </a:cubicBezTo>
                <a:cubicBezTo>
                  <a:pt x="6160892" y="2562069"/>
                  <a:pt x="6170678" y="2558683"/>
                  <a:pt x="6178789" y="2551912"/>
                </a:cubicBezTo>
                <a:cubicBezTo>
                  <a:pt x="6186900" y="2545140"/>
                  <a:pt x="6192369" y="2534685"/>
                  <a:pt x="6195197" y="2520546"/>
                </a:cubicBezTo>
                <a:lnTo>
                  <a:pt x="6173319" y="2518314"/>
                </a:lnTo>
                <a:cubicBezTo>
                  <a:pt x="6169673" y="2532676"/>
                  <a:pt x="6162269" y="2539857"/>
                  <a:pt x="6151107" y="2539857"/>
                </a:cubicBezTo>
                <a:cubicBezTo>
                  <a:pt x="6143814" y="2539857"/>
                  <a:pt x="6138140" y="2536769"/>
                  <a:pt x="6134085" y="2530592"/>
                </a:cubicBezTo>
                <a:cubicBezTo>
                  <a:pt x="6130029" y="2524416"/>
                  <a:pt x="6128001" y="2515635"/>
                  <a:pt x="6128001" y="2504249"/>
                </a:cubicBezTo>
                <a:cubicBezTo>
                  <a:pt x="6128001" y="2493534"/>
                  <a:pt x="6129955" y="2484400"/>
                  <a:pt x="6133861" y="2476847"/>
                </a:cubicBezTo>
                <a:cubicBezTo>
                  <a:pt x="6137768" y="2469293"/>
                  <a:pt x="6144037" y="2465517"/>
                  <a:pt x="6152669" y="2465517"/>
                </a:cubicBezTo>
                <a:cubicBezTo>
                  <a:pt x="6164501" y="2465517"/>
                  <a:pt x="6171385" y="2472512"/>
                  <a:pt x="6173319" y="2486502"/>
                </a:cubicBezTo>
                <a:lnTo>
                  <a:pt x="6195197" y="2483488"/>
                </a:lnTo>
                <a:cubicBezTo>
                  <a:pt x="6190509" y="2457592"/>
                  <a:pt x="6175887" y="2444644"/>
                  <a:pt x="6151330" y="2444644"/>
                </a:cubicBezTo>
                <a:close/>
                <a:moveTo>
                  <a:pt x="5574993" y="2444644"/>
                </a:moveTo>
                <a:cubicBezTo>
                  <a:pt x="5558920" y="2444644"/>
                  <a:pt x="5546641" y="2447676"/>
                  <a:pt x="5538158" y="2453741"/>
                </a:cubicBezTo>
                <a:cubicBezTo>
                  <a:pt x="5529675" y="2459806"/>
                  <a:pt x="5524838" y="2467526"/>
                  <a:pt x="5523647" y="2476903"/>
                </a:cubicBezTo>
                <a:lnTo>
                  <a:pt x="5545302" y="2480139"/>
                </a:lnTo>
                <a:cubicBezTo>
                  <a:pt x="5547385" y="2468456"/>
                  <a:pt x="5556166" y="2462615"/>
                  <a:pt x="5571644" y="2462615"/>
                </a:cubicBezTo>
                <a:cubicBezTo>
                  <a:pt x="5587569" y="2462615"/>
                  <a:pt x="5595531" y="2468456"/>
                  <a:pt x="5595531" y="2480139"/>
                </a:cubicBezTo>
                <a:lnTo>
                  <a:pt x="5595531" y="2488623"/>
                </a:lnTo>
                <a:cubicBezTo>
                  <a:pt x="5592480" y="2488548"/>
                  <a:pt x="5590062" y="2488511"/>
                  <a:pt x="5588276" y="2488511"/>
                </a:cubicBezTo>
                <a:cubicBezTo>
                  <a:pt x="5542809" y="2488511"/>
                  <a:pt x="5520076" y="2501459"/>
                  <a:pt x="5520076" y="2527355"/>
                </a:cubicBezTo>
                <a:cubicBezTo>
                  <a:pt x="5520076" y="2537326"/>
                  <a:pt x="5523480" y="2545605"/>
                  <a:pt x="5530289" y="2552191"/>
                </a:cubicBezTo>
                <a:cubicBezTo>
                  <a:pt x="5537098" y="2558777"/>
                  <a:pt x="5546120" y="2562069"/>
                  <a:pt x="5557357" y="2562069"/>
                </a:cubicBezTo>
                <a:cubicBezTo>
                  <a:pt x="5576035" y="2562069"/>
                  <a:pt x="5588760" y="2553698"/>
                  <a:pt x="5595531" y="2536955"/>
                </a:cubicBezTo>
                <a:cubicBezTo>
                  <a:pt x="5595978" y="2545289"/>
                  <a:pt x="5597280" y="2552879"/>
                  <a:pt x="5599438" y="2559725"/>
                </a:cubicBezTo>
                <a:lnTo>
                  <a:pt x="5623660" y="2559725"/>
                </a:lnTo>
                <a:cubicBezTo>
                  <a:pt x="5621427" y="2551912"/>
                  <a:pt x="5620311" y="2544321"/>
                  <a:pt x="5620311" y="2536955"/>
                </a:cubicBezTo>
                <a:lnTo>
                  <a:pt x="5620311" y="2486055"/>
                </a:lnTo>
                <a:cubicBezTo>
                  <a:pt x="5620311" y="2476381"/>
                  <a:pt x="5619586" y="2469517"/>
                  <a:pt x="5618135" y="2465461"/>
                </a:cubicBezTo>
                <a:cubicBezTo>
                  <a:pt x="5616684" y="2461406"/>
                  <a:pt x="5614060" y="2457648"/>
                  <a:pt x="5610265" y="2454187"/>
                </a:cubicBezTo>
                <a:cubicBezTo>
                  <a:pt x="5606470" y="2450727"/>
                  <a:pt x="5601819" y="2448271"/>
                  <a:pt x="5596313" y="2446821"/>
                </a:cubicBezTo>
                <a:cubicBezTo>
                  <a:pt x="5590806" y="2445369"/>
                  <a:pt x="5583700" y="2444644"/>
                  <a:pt x="5574993" y="2444644"/>
                </a:cubicBezTo>
                <a:close/>
                <a:moveTo>
                  <a:pt x="5449159" y="2444644"/>
                </a:moveTo>
                <a:cubicBezTo>
                  <a:pt x="5433234" y="2444644"/>
                  <a:pt x="5420416" y="2450188"/>
                  <a:pt x="5410705" y="2461275"/>
                </a:cubicBezTo>
                <a:cubicBezTo>
                  <a:pt x="5400994" y="2472363"/>
                  <a:pt x="5396139" y="2486241"/>
                  <a:pt x="5396139" y="2502910"/>
                </a:cubicBezTo>
                <a:cubicBezTo>
                  <a:pt x="5396139" y="2518388"/>
                  <a:pt x="5400529" y="2532118"/>
                  <a:pt x="5409310" y="2544098"/>
                </a:cubicBezTo>
                <a:cubicBezTo>
                  <a:pt x="5418091" y="2556079"/>
                  <a:pt x="5430816" y="2562069"/>
                  <a:pt x="5447485" y="2562069"/>
                </a:cubicBezTo>
                <a:cubicBezTo>
                  <a:pt x="5462963" y="2562069"/>
                  <a:pt x="5475743" y="2556656"/>
                  <a:pt x="5485826" y="2545828"/>
                </a:cubicBezTo>
                <a:cubicBezTo>
                  <a:pt x="5495910" y="2535001"/>
                  <a:pt x="5500951" y="2520695"/>
                  <a:pt x="5500951" y="2502910"/>
                </a:cubicBezTo>
                <a:cubicBezTo>
                  <a:pt x="5500951" y="2485646"/>
                  <a:pt x="5496096" y="2471619"/>
                  <a:pt x="5486385" y="2460829"/>
                </a:cubicBezTo>
                <a:cubicBezTo>
                  <a:pt x="5476674" y="2450039"/>
                  <a:pt x="5464265" y="2444644"/>
                  <a:pt x="5449159" y="2444644"/>
                </a:cubicBezTo>
                <a:close/>
                <a:moveTo>
                  <a:pt x="5068605" y="2444644"/>
                </a:moveTo>
                <a:cubicBezTo>
                  <a:pt x="5052160" y="2444644"/>
                  <a:pt x="5039137" y="2450225"/>
                  <a:pt x="5029538" y="2461387"/>
                </a:cubicBezTo>
                <a:cubicBezTo>
                  <a:pt x="5019939" y="2472549"/>
                  <a:pt x="5015139" y="2486651"/>
                  <a:pt x="5015139" y="2503691"/>
                </a:cubicBezTo>
                <a:cubicBezTo>
                  <a:pt x="5015139" y="2521625"/>
                  <a:pt x="5019901" y="2535838"/>
                  <a:pt x="5029426" y="2546331"/>
                </a:cubicBezTo>
                <a:cubicBezTo>
                  <a:pt x="5038951" y="2556823"/>
                  <a:pt x="5051527" y="2562069"/>
                  <a:pt x="5067154" y="2562069"/>
                </a:cubicBezTo>
                <a:cubicBezTo>
                  <a:pt x="5080177" y="2562069"/>
                  <a:pt x="5091004" y="2558758"/>
                  <a:pt x="5099636" y="2552135"/>
                </a:cubicBezTo>
                <a:cubicBezTo>
                  <a:pt x="5108268" y="2545512"/>
                  <a:pt x="5114072" y="2537103"/>
                  <a:pt x="5117049" y="2526909"/>
                </a:cubicBezTo>
                <a:lnTo>
                  <a:pt x="5094055" y="2523783"/>
                </a:lnTo>
                <a:cubicBezTo>
                  <a:pt x="5089665" y="2535987"/>
                  <a:pt x="5081181" y="2542089"/>
                  <a:pt x="5068605" y="2542089"/>
                </a:cubicBezTo>
                <a:cubicBezTo>
                  <a:pt x="5062131" y="2542089"/>
                  <a:pt x="5056736" y="2540377"/>
                  <a:pt x="5052420" y="2536955"/>
                </a:cubicBezTo>
                <a:cubicBezTo>
                  <a:pt x="5048104" y="2533531"/>
                  <a:pt x="5045221" y="2529513"/>
                  <a:pt x="5043770" y="2524900"/>
                </a:cubicBezTo>
                <a:cubicBezTo>
                  <a:pt x="5042319" y="2520286"/>
                  <a:pt x="5041593" y="2514147"/>
                  <a:pt x="5041593" y="2506482"/>
                </a:cubicBezTo>
                <a:lnTo>
                  <a:pt x="5118947" y="2506482"/>
                </a:lnTo>
                <a:lnTo>
                  <a:pt x="5119058" y="2503580"/>
                </a:lnTo>
                <a:cubicBezTo>
                  <a:pt x="5119058" y="2486316"/>
                  <a:pt x="5114668" y="2472177"/>
                  <a:pt x="5105887" y="2461164"/>
                </a:cubicBezTo>
                <a:cubicBezTo>
                  <a:pt x="5097106" y="2450150"/>
                  <a:pt x="5084679" y="2444644"/>
                  <a:pt x="5068605" y="2444644"/>
                </a:cubicBezTo>
                <a:close/>
                <a:moveTo>
                  <a:pt x="4955943" y="2444644"/>
                </a:moveTo>
                <a:cubicBezTo>
                  <a:pt x="4941283" y="2444644"/>
                  <a:pt x="4929898" y="2454132"/>
                  <a:pt x="4921787" y="2473107"/>
                </a:cubicBezTo>
                <a:lnTo>
                  <a:pt x="4921787" y="2446988"/>
                </a:lnTo>
                <a:lnTo>
                  <a:pt x="4898569" y="2446988"/>
                </a:lnTo>
                <a:lnTo>
                  <a:pt x="4898569" y="2559725"/>
                </a:lnTo>
                <a:lnTo>
                  <a:pt x="4924019" y="2559725"/>
                </a:lnTo>
                <a:lnTo>
                  <a:pt x="4924019" y="2501794"/>
                </a:lnTo>
                <a:cubicBezTo>
                  <a:pt x="4924019" y="2490111"/>
                  <a:pt x="4926512" y="2481367"/>
                  <a:pt x="4931498" y="2475563"/>
                </a:cubicBezTo>
                <a:cubicBezTo>
                  <a:pt x="4936483" y="2469759"/>
                  <a:pt x="4942288" y="2466857"/>
                  <a:pt x="4948910" y="2466857"/>
                </a:cubicBezTo>
                <a:cubicBezTo>
                  <a:pt x="4953747" y="2466857"/>
                  <a:pt x="4957877" y="2468736"/>
                  <a:pt x="4961300" y="2472493"/>
                </a:cubicBezTo>
                <a:cubicBezTo>
                  <a:pt x="4964723" y="2476251"/>
                  <a:pt x="4966435" y="2481851"/>
                  <a:pt x="4966435" y="2489292"/>
                </a:cubicBezTo>
                <a:lnTo>
                  <a:pt x="4966435" y="2559725"/>
                </a:lnTo>
                <a:lnTo>
                  <a:pt x="4991885" y="2559725"/>
                </a:lnTo>
                <a:lnTo>
                  <a:pt x="4991885" y="2486948"/>
                </a:lnTo>
                <a:cubicBezTo>
                  <a:pt x="4991885" y="2471247"/>
                  <a:pt x="4988369" y="2460271"/>
                  <a:pt x="4981336" y="2454020"/>
                </a:cubicBezTo>
                <a:cubicBezTo>
                  <a:pt x="4974304" y="2447769"/>
                  <a:pt x="4965840" y="2444644"/>
                  <a:pt x="4955943" y="2444644"/>
                </a:cubicBezTo>
                <a:close/>
                <a:moveTo>
                  <a:pt x="4822518" y="2444644"/>
                </a:moveTo>
                <a:cubicBezTo>
                  <a:pt x="4806445" y="2444644"/>
                  <a:pt x="4794166" y="2447676"/>
                  <a:pt x="4785683" y="2453741"/>
                </a:cubicBezTo>
                <a:cubicBezTo>
                  <a:pt x="4777200" y="2459806"/>
                  <a:pt x="4772363" y="2467526"/>
                  <a:pt x="4771172" y="2476903"/>
                </a:cubicBezTo>
                <a:lnTo>
                  <a:pt x="4792827" y="2480139"/>
                </a:lnTo>
                <a:cubicBezTo>
                  <a:pt x="4794911" y="2468456"/>
                  <a:pt x="4803691" y="2462615"/>
                  <a:pt x="4819170" y="2462615"/>
                </a:cubicBezTo>
                <a:cubicBezTo>
                  <a:pt x="4835094" y="2462615"/>
                  <a:pt x="4843056" y="2468456"/>
                  <a:pt x="4843056" y="2480139"/>
                </a:cubicBezTo>
                <a:lnTo>
                  <a:pt x="4843056" y="2488623"/>
                </a:lnTo>
                <a:cubicBezTo>
                  <a:pt x="4840005" y="2488548"/>
                  <a:pt x="4837587" y="2488511"/>
                  <a:pt x="4835801" y="2488511"/>
                </a:cubicBezTo>
                <a:cubicBezTo>
                  <a:pt x="4790334" y="2488511"/>
                  <a:pt x="4767601" y="2501459"/>
                  <a:pt x="4767601" y="2527355"/>
                </a:cubicBezTo>
                <a:cubicBezTo>
                  <a:pt x="4767601" y="2537326"/>
                  <a:pt x="4771005" y="2545605"/>
                  <a:pt x="4777814" y="2552191"/>
                </a:cubicBezTo>
                <a:cubicBezTo>
                  <a:pt x="4784623" y="2558777"/>
                  <a:pt x="4793646" y="2562069"/>
                  <a:pt x="4804882" y="2562069"/>
                </a:cubicBezTo>
                <a:cubicBezTo>
                  <a:pt x="4823560" y="2562069"/>
                  <a:pt x="4836285" y="2553698"/>
                  <a:pt x="4843056" y="2536955"/>
                </a:cubicBezTo>
                <a:cubicBezTo>
                  <a:pt x="4843503" y="2545289"/>
                  <a:pt x="4844805" y="2552879"/>
                  <a:pt x="4846963" y="2559725"/>
                </a:cubicBezTo>
                <a:lnTo>
                  <a:pt x="4871185" y="2559725"/>
                </a:lnTo>
                <a:cubicBezTo>
                  <a:pt x="4868953" y="2551912"/>
                  <a:pt x="4867836" y="2544321"/>
                  <a:pt x="4867836" y="2536955"/>
                </a:cubicBezTo>
                <a:lnTo>
                  <a:pt x="4867836" y="2486055"/>
                </a:lnTo>
                <a:cubicBezTo>
                  <a:pt x="4867836" y="2476381"/>
                  <a:pt x="4867111" y="2469517"/>
                  <a:pt x="4865660" y="2465461"/>
                </a:cubicBezTo>
                <a:cubicBezTo>
                  <a:pt x="4864209" y="2461406"/>
                  <a:pt x="4861586" y="2457648"/>
                  <a:pt x="4857790" y="2454187"/>
                </a:cubicBezTo>
                <a:cubicBezTo>
                  <a:pt x="4853995" y="2450727"/>
                  <a:pt x="4849344" y="2448271"/>
                  <a:pt x="4843838" y="2446821"/>
                </a:cubicBezTo>
                <a:cubicBezTo>
                  <a:pt x="4838331" y="2445369"/>
                  <a:pt x="4831225" y="2444644"/>
                  <a:pt x="4822518" y="2444644"/>
                </a:cubicBezTo>
                <a:close/>
                <a:moveTo>
                  <a:pt x="3964003" y="2429128"/>
                </a:moveTo>
                <a:lnTo>
                  <a:pt x="3996931" y="2429128"/>
                </a:lnTo>
                <a:cubicBezTo>
                  <a:pt x="4003033" y="2429128"/>
                  <a:pt x="4008354" y="2430784"/>
                  <a:pt x="4012893" y="2434096"/>
                </a:cubicBezTo>
                <a:cubicBezTo>
                  <a:pt x="4017432" y="2437407"/>
                  <a:pt x="4019702" y="2442560"/>
                  <a:pt x="4019702" y="2449555"/>
                </a:cubicBezTo>
                <a:cubicBezTo>
                  <a:pt x="4019702" y="2455880"/>
                  <a:pt x="4017711" y="2461090"/>
                  <a:pt x="4013730" y="2465182"/>
                </a:cubicBezTo>
                <a:cubicBezTo>
                  <a:pt x="4009749" y="2469275"/>
                  <a:pt x="4004335" y="2471321"/>
                  <a:pt x="3997489" y="2471321"/>
                </a:cubicBezTo>
                <a:lnTo>
                  <a:pt x="3964003" y="2471321"/>
                </a:lnTo>
                <a:close/>
                <a:moveTo>
                  <a:pt x="6517708" y="2407362"/>
                </a:moveTo>
                <a:lnTo>
                  <a:pt x="6517708" y="2559725"/>
                </a:lnTo>
                <a:lnTo>
                  <a:pt x="6543157" y="2559725"/>
                </a:lnTo>
                <a:lnTo>
                  <a:pt x="6543157" y="2407362"/>
                </a:lnTo>
                <a:close/>
                <a:moveTo>
                  <a:pt x="6460558" y="2407362"/>
                </a:moveTo>
                <a:lnTo>
                  <a:pt x="6460558" y="2559725"/>
                </a:lnTo>
                <a:lnTo>
                  <a:pt x="6486007" y="2559725"/>
                </a:lnTo>
                <a:lnTo>
                  <a:pt x="6486007" y="2407362"/>
                </a:lnTo>
                <a:close/>
                <a:moveTo>
                  <a:pt x="6212908" y="2407362"/>
                </a:moveTo>
                <a:lnTo>
                  <a:pt x="6212908" y="2559725"/>
                </a:lnTo>
                <a:lnTo>
                  <a:pt x="6238357" y="2559725"/>
                </a:lnTo>
                <a:lnTo>
                  <a:pt x="6238357" y="2501236"/>
                </a:lnTo>
                <a:cubicBezTo>
                  <a:pt x="6238357" y="2488064"/>
                  <a:pt x="6240813" y="2478614"/>
                  <a:pt x="6245724" y="2472884"/>
                </a:cubicBezTo>
                <a:cubicBezTo>
                  <a:pt x="6250636" y="2467154"/>
                  <a:pt x="6256700" y="2464289"/>
                  <a:pt x="6263918" y="2464289"/>
                </a:cubicBezTo>
                <a:cubicBezTo>
                  <a:pt x="6268458" y="2464289"/>
                  <a:pt x="6272420" y="2465908"/>
                  <a:pt x="6275806" y="2469145"/>
                </a:cubicBezTo>
                <a:cubicBezTo>
                  <a:pt x="6279192" y="2472382"/>
                  <a:pt x="6280885" y="2477981"/>
                  <a:pt x="6280885" y="2485944"/>
                </a:cubicBezTo>
                <a:lnTo>
                  <a:pt x="6280885" y="2559725"/>
                </a:lnTo>
                <a:lnTo>
                  <a:pt x="6306335" y="2559725"/>
                </a:lnTo>
                <a:lnTo>
                  <a:pt x="6306335" y="2482260"/>
                </a:lnTo>
                <a:cubicBezTo>
                  <a:pt x="6306335" y="2455694"/>
                  <a:pt x="6294763" y="2442411"/>
                  <a:pt x="6271620" y="2442411"/>
                </a:cubicBezTo>
                <a:cubicBezTo>
                  <a:pt x="6255770" y="2442411"/>
                  <a:pt x="6244682" y="2450523"/>
                  <a:pt x="6238357" y="2466745"/>
                </a:cubicBezTo>
                <a:lnTo>
                  <a:pt x="6238357" y="2407362"/>
                </a:lnTo>
                <a:close/>
                <a:moveTo>
                  <a:pt x="6050983" y="2407362"/>
                </a:moveTo>
                <a:lnTo>
                  <a:pt x="6050983" y="2433817"/>
                </a:lnTo>
                <a:lnTo>
                  <a:pt x="6076432" y="2433817"/>
                </a:lnTo>
                <a:lnTo>
                  <a:pt x="6076432" y="2407362"/>
                </a:lnTo>
                <a:close/>
                <a:moveTo>
                  <a:pt x="5900145" y="2407362"/>
                </a:moveTo>
                <a:lnTo>
                  <a:pt x="5900145" y="2559725"/>
                </a:lnTo>
                <a:lnTo>
                  <a:pt x="5922246" y="2559725"/>
                </a:lnTo>
                <a:lnTo>
                  <a:pt x="5922246" y="2448104"/>
                </a:lnTo>
                <a:cubicBezTo>
                  <a:pt x="5924107" y="2451304"/>
                  <a:pt x="5925483" y="2453648"/>
                  <a:pt x="5926376" y="2455136"/>
                </a:cubicBezTo>
                <a:cubicBezTo>
                  <a:pt x="5928385" y="2458485"/>
                  <a:pt x="5929837" y="2460903"/>
                  <a:pt x="5930730" y="2462392"/>
                </a:cubicBezTo>
                <a:lnTo>
                  <a:pt x="5988549" y="2559725"/>
                </a:lnTo>
                <a:lnTo>
                  <a:pt x="6015227" y="2559725"/>
                </a:lnTo>
                <a:lnTo>
                  <a:pt x="6015227" y="2407362"/>
                </a:lnTo>
                <a:lnTo>
                  <a:pt x="5993572" y="2407362"/>
                </a:lnTo>
                <a:lnTo>
                  <a:pt x="5993572" y="2513514"/>
                </a:lnTo>
                <a:cubicBezTo>
                  <a:pt x="5987545" y="2503319"/>
                  <a:pt x="5984308" y="2497850"/>
                  <a:pt x="5983861" y="2497106"/>
                </a:cubicBezTo>
                <a:lnTo>
                  <a:pt x="5930506" y="2407362"/>
                </a:lnTo>
                <a:close/>
                <a:moveTo>
                  <a:pt x="5765716" y="2407362"/>
                </a:moveTo>
                <a:cubicBezTo>
                  <a:pt x="5787148" y="2436458"/>
                  <a:pt x="5797863" y="2468084"/>
                  <a:pt x="5797863" y="2502240"/>
                </a:cubicBezTo>
                <a:cubicBezTo>
                  <a:pt x="5797863" y="2519281"/>
                  <a:pt x="5795556" y="2535224"/>
                  <a:pt x="5790943" y="2550070"/>
                </a:cubicBezTo>
                <a:cubicBezTo>
                  <a:pt x="5786329" y="2564916"/>
                  <a:pt x="5777920" y="2580822"/>
                  <a:pt x="5765716" y="2597788"/>
                </a:cubicBezTo>
                <a:lnTo>
                  <a:pt x="5780785" y="2597788"/>
                </a:lnTo>
                <a:cubicBezTo>
                  <a:pt x="5789194" y="2590495"/>
                  <a:pt x="5797733" y="2578180"/>
                  <a:pt x="5806402" y="2560842"/>
                </a:cubicBezTo>
                <a:cubicBezTo>
                  <a:pt x="5815071" y="2543503"/>
                  <a:pt x="5819406" y="2524751"/>
                  <a:pt x="5819406" y="2504584"/>
                </a:cubicBezTo>
                <a:cubicBezTo>
                  <a:pt x="5819406" y="2467898"/>
                  <a:pt x="5806532" y="2435491"/>
                  <a:pt x="5780785" y="2407362"/>
                </a:cubicBezTo>
                <a:close/>
                <a:moveTo>
                  <a:pt x="5650933" y="2407362"/>
                </a:moveTo>
                <a:lnTo>
                  <a:pt x="5650933" y="2559725"/>
                </a:lnTo>
                <a:lnTo>
                  <a:pt x="5676382" y="2559725"/>
                </a:lnTo>
                <a:lnTo>
                  <a:pt x="5676382" y="2501236"/>
                </a:lnTo>
                <a:cubicBezTo>
                  <a:pt x="5676382" y="2488064"/>
                  <a:pt x="5678838" y="2478614"/>
                  <a:pt x="5683749" y="2472884"/>
                </a:cubicBezTo>
                <a:cubicBezTo>
                  <a:pt x="5688661" y="2467154"/>
                  <a:pt x="5694725" y="2464289"/>
                  <a:pt x="5701943" y="2464289"/>
                </a:cubicBezTo>
                <a:cubicBezTo>
                  <a:pt x="5706483" y="2464289"/>
                  <a:pt x="5710445" y="2465908"/>
                  <a:pt x="5713831" y="2469145"/>
                </a:cubicBezTo>
                <a:cubicBezTo>
                  <a:pt x="5717217" y="2472382"/>
                  <a:pt x="5718910" y="2477981"/>
                  <a:pt x="5718910" y="2485944"/>
                </a:cubicBezTo>
                <a:lnTo>
                  <a:pt x="5718910" y="2559725"/>
                </a:lnTo>
                <a:lnTo>
                  <a:pt x="5744360" y="2559725"/>
                </a:lnTo>
                <a:lnTo>
                  <a:pt x="5744360" y="2482260"/>
                </a:lnTo>
                <a:cubicBezTo>
                  <a:pt x="5744360" y="2455694"/>
                  <a:pt x="5732788" y="2442411"/>
                  <a:pt x="5709645" y="2442411"/>
                </a:cubicBezTo>
                <a:cubicBezTo>
                  <a:pt x="5693795" y="2442411"/>
                  <a:pt x="5682707" y="2450523"/>
                  <a:pt x="5676382" y="2466745"/>
                </a:cubicBezTo>
                <a:lnTo>
                  <a:pt x="5676382" y="2407362"/>
                </a:lnTo>
                <a:close/>
                <a:moveTo>
                  <a:pt x="5252445" y="2407362"/>
                </a:moveTo>
                <a:lnTo>
                  <a:pt x="5252445" y="2559725"/>
                </a:lnTo>
                <a:lnTo>
                  <a:pt x="5274546" y="2559725"/>
                </a:lnTo>
                <a:lnTo>
                  <a:pt x="5274546" y="2448104"/>
                </a:lnTo>
                <a:cubicBezTo>
                  <a:pt x="5276407" y="2451304"/>
                  <a:pt x="5277783" y="2453648"/>
                  <a:pt x="5278676" y="2455136"/>
                </a:cubicBezTo>
                <a:cubicBezTo>
                  <a:pt x="5280685" y="2458485"/>
                  <a:pt x="5282137" y="2460903"/>
                  <a:pt x="5283030" y="2462392"/>
                </a:cubicBezTo>
                <a:lnTo>
                  <a:pt x="5340849" y="2559725"/>
                </a:lnTo>
                <a:lnTo>
                  <a:pt x="5367527" y="2559725"/>
                </a:lnTo>
                <a:lnTo>
                  <a:pt x="5367527" y="2407362"/>
                </a:lnTo>
                <a:lnTo>
                  <a:pt x="5345872" y="2407362"/>
                </a:lnTo>
                <a:lnTo>
                  <a:pt x="5345872" y="2513514"/>
                </a:lnTo>
                <a:cubicBezTo>
                  <a:pt x="5339845" y="2503319"/>
                  <a:pt x="5336608" y="2497850"/>
                  <a:pt x="5336161" y="2497106"/>
                </a:cubicBezTo>
                <a:lnTo>
                  <a:pt x="5282806" y="2407362"/>
                </a:lnTo>
                <a:close/>
                <a:moveTo>
                  <a:pt x="5214792" y="2407362"/>
                </a:moveTo>
                <a:cubicBezTo>
                  <a:pt x="5206309" y="2414730"/>
                  <a:pt x="5197788" y="2427082"/>
                  <a:pt x="5189231" y="2444421"/>
                </a:cubicBezTo>
                <a:cubicBezTo>
                  <a:pt x="5180673" y="2461759"/>
                  <a:pt x="5176394" y="2480474"/>
                  <a:pt x="5176394" y="2500566"/>
                </a:cubicBezTo>
                <a:cubicBezTo>
                  <a:pt x="5176394" y="2537401"/>
                  <a:pt x="5189193" y="2569808"/>
                  <a:pt x="5214792" y="2597788"/>
                </a:cubicBezTo>
                <a:lnTo>
                  <a:pt x="5229861" y="2597788"/>
                </a:lnTo>
                <a:cubicBezTo>
                  <a:pt x="5220112" y="2584840"/>
                  <a:pt x="5212318" y="2570087"/>
                  <a:pt x="5206476" y="2553530"/>
                </a:cubicBezTo>
                <a:cubicBezTo>
                  <a:pt x="5200635" y="2536973"/>
                  <a:pt x="5197714" y="2520100"/>
                  <a:pt x="5197714" y="2502910"/>
                </a:cubicBezTo>
                <a:cubicBezTo>
                  <a:pt x="5197714" y="2485944"/>
                  <a:pt x="5200021" y="2470038"/>
                  <a:pt x="5204634" y="2455192"/>
                </a:cubicBezTo>
                <a:cubicBezTo>
                  <a:pt x="5209248" y="2440346"/>
                  <a:pt x="5217657" y="2424403"/>
                  <a:pt x="5229861" y="2407362"/>
                </a:cubicBezTo>
                <a:close/>
                <a:moveTo>
                  <a:pt x="4715139" y="2407362"/>
                </a:moveTo>
                <a:lnTo>
                  <a:pt x="4715139" y="2512509"/>
                </a:lnTo>
                <a:cubicBezTo>
                  <a:pt x="4715139" y="2523002"/>
                  <a:pt x="4713464" y="2529960"/>
                  <a:pt x="4710116" y="2533383"/>
                </a:cubicBezTo>
                <a:cubicBezTo>
                  <a:pt x="4706767" y="2536806"/>
                  <a:pt x="4700516" y="2538517"/>
                  <a:pt x="4691363" y="2538517"/>
                </a:cubicBezTo>
                <a:cubicBezTo>
                  <a:pt x="4687940" y="2538517"/>
                  <a:pt x="4682062" y="2538219"/>
                  <a:pt x="4673727" y="2537624"/>
                </a:cubicBezTo>
                <a:lnTo>
                  <a:pt x="4673727" y="2559725"/>
                </a:lnTo>
                <a:cubicBezTo>
                  <a:pt x="4679011" y="2561288"/>
                  <a:pt x="4686415" y="2562069"/>
                  <a:pt x="4695940" y="2562069"/>
                </a:cubicBezTo>
                <a:cubicBezTo>
                  <a:pt x="4712460" y="2562069"/>
                  <a:pt x="4724496" y="2558181"/>
                  <a:pt x="4732049" y="2550405"/>
                </a:cubicBezTo>
                <a:cubicBezTo>
                  <a:pt x="4739602" y="2542629"/>
                  <a:pt x="4743379" y="2529997"/>
                  <a:pt x="4743379" y="2512509"/>
                </a:cubicBezTo>
                <a:lnTo>
                  <a:pt x="4743379" y="2407362"/>
                </a:lnTo>
                <a:close/>
                <a:moveTo>
                  <a:pt x="4460308" y="2407362"/>
                </a:moveTo>
                <a:lnTo>
                  <a:pt x="4460308" y="2559725"/>
                </a:lnTo>
                <a:lnTo>
                  <a:pt x="4485757" y="2559725"/>
                </a:lnTo>
                <a:lnTo>
                  <a:pt x="4485757" y="2407362"/>
                </a:lnTo>
                <a:close/>
                <a:moveTo>
                  <a:pt x="4403158" y="2407362"/>
                </a:moveTo>
                <a:lnTo>
                  <a:pt x="4403158" y="2559725"/>
                </a:lnTo>
                <a:lnTo>
                  <a:pt x="4428607" y="2559725"/>
                </a:lnTo>
                <a:lnTo>
                  <a:pt x="4428607" y="2407362"/>
                </a:lnTo>
                <a:close/>
                <a:moveTo>
                  <a:pt x="4346008" y="2407362"/>
                </a:moveTo>
                <a:lnTo>
                  <a:pt x="4346008" y="2433817"/>
                </a:lnTo>
                <a:lnTo>
                  <a:pt x="4371457" y="2433817"/>
                </a:lnTo>
                <a:lnTo>
                  <a:pt x="4371457" y="2407362"/>
                </a:lnTo>
                <a:close/>
                <a:moveTo>
                  <a:pt x="4233270" y="2407362"/>
                </a:moveTo>
                <a:lnTo>
                  <a:pt x="4233270" y="2559725"/>
                </a:lnTo>
                <a:lnTo>
                  <a:pt x="4327032" y="2559725"/>
                </a:lnTo>
                <a:lnTo>
                  <a:pt x="4327032" y="2534834"/>
                </a:lnTo>
                <a:lnTo>
                  <a:pt x="4262180" y="2534834"/>
                </a:lnTo>
                <a:lnTo>
                  <a:pt x="4262180" y="2407362"/>
                </a:lnTo>
                <a:close/>
                <a:moveTo>
                  <a:pt x="3937995" y="2407362"/>
                </a:moveTo>
                <a:lnTo>
                  <a:pt x="3937995" y="2559725"/>
                </a:lnTo>
                <a:lnTo>
                  <a:pt x="4004633" y="2559725"/>
                </a:lnTo>
                <a:cubicBezTo>
                  <a:pt x="4020632" y="2559725"/>
                  <a:pt x="4032483" y="2555725"/>
                  <a:pt x="4040184" y="2547726"/>
                </a:cubicBezTo>
                <a:cubicBezTo>
                  <a:pt x="4047886" y="2539726"/>
                  <a:pt x="4051737" y="2529848"/>
                  <a:pt x="4051737" y="2518090"/>
                </a:cubicBezTo>
                <a:cubicBezTo>
                  <a:pt x="4051737" y="2508715"/>
                  <a:pt x="4048984" y="2500603"/>
                  <a:pt x="4043477" y="2493757"/>
                </a:cubicBezTo>
                <a:cubicBezTo>
                  <a:pt x="4037971" y="2486911"/>
                  <a:pt x="4029859" y="2482558"/>
                  <a:pt x="4019144" y="2480698"/>
                </a:cubicBezTo>
                <a:cubicBezTo>
                  <a:pt x="4027776" y="2478986"/>
                  <a:pt x="4034548" y="2475024"/>
                  <a:pt x="4039459" y="2468810"/>
                </a:cubicBezTo>
                <a:cubicBezTo>
                  <a:pt x="4044370" y="2462596"/>
                  <a:pt x="4046826" y="2455285"/>
                  <a:pt x="4046826" y="2446876"/>
                </a:cubicBezTo>
                <a:cubicBezTo>
                  <a:pt x="4046826" y="2437947"/>
                  <a:pt x="4044407" y="2430170"/>
                  <a:pt x="4039571" y="2423547"/>
                </a:cubicBezTo>
                <a:cubicBezTo>
                  <a:pt x="4034734" y="2416925"/>
                  <a:pt x="4029004" y="2412572"/>
                  <a:pt x="4022381" y="2410488"/>
                </a:cubicBezTo>
                <a:cubicBezTo>
                  <a:pt x="4015758" y="2408404"/>
                  <a:pt x="4007424" y="2407362"/>
                  <a:pt x="3997378" y="2407362"/>
                </a:cubicBezTo>
                <a:close/>
                <a:moveTo>
                  <a:pt x="3667743" y="1827379"/>
                </a:moveTo>
                <a:lnTo>
                  <a:pt x="3707709" y="2029971"/>
                </a:lnTo>
                <a:lnTo>
                  <a:pt x="3627777" y="2029971"/>
                </a:lnTo>
                <a:close/>
                <a:moveTo>
                  <a:pt x="3991742" y="1719739"/>
                </a:moveTo>
                <a:lnTo>
                  <a:pt x="4033898" y="1719739"/>
                </a:lnTo>
                <a:cubicBezTo>
                  <a:pt x="4047540" y="1719739"/>
                  <a:pt x="4058045" y="1723900"/>
                  <a:pt x="4065412" y="1732222"/>
                </a:cubicBezTo>
                <a:cubicBezTo>
                  <a:pt x="4072779" y="1740544"/>
                  <a:pt x="4076462" y="1752208"/>
                  <a:pt x="4076462" y="1767215"/>
                </a:cubicBezTo>
                <a:lnTo>
                  <a:pt x="4076462" y="2072536"/>
                </a:lnTo>
                <a:cubicBezTo>
                  <a:pt x="4076462" y="2087270"/>
                  <a:pt x="4072779" y="2098866"/>
                  <a:pt x="4065412" y="2107325"/>
                </a:cubicBezTo>
                <a:cubicBezTo>
                  <a:pt x="4058045" y="2115783"/>
                  <a:pt x="4047540" y="2120012"/>
                  <a:pt x="4033898" y="2120012"/>
                </a:cubicBezTo>
                <a:lnTo>
                  <a:pt x="3991742" y="2120012"/>
                </a:lnTo>
                <a:close/>
                <a:moveTo>
                  <a:pt x="6504295" y="1719330"/>
                </a:moveTo>
                <a:lnTo>
                  <a:pt x="6557501" y="1719330"/>
                </a:lnTo>
                <a:cubicBezTo>
                  <a:pt x="6570872" y="1719330"/>
                  <a:pt x="6581240" y="1723150"/>
                  <a:pt x="6588607" y="1730789"/>
                </a:cubicBezTo>
                <a:cubicBezTo>
                  <a:pt x="6595974" y="1738429"/>
                  <a:pt x="6599657" y="1749070"/>
                  <a:pt x="6599657" y="1762713"/>
                </a:cubicBezTo>
                <a:lnTo>
                  <a:pt x="6599657" y="1829016"/>
                </a:lnTo>
                <a:cubicBezTo>
                  <a:pt x="6599657" y="1841294"/>
                  <a:pt x="6595974" y="1850912"/>
                  <a:pt x="6588607" y="1857870"/>
                </a:cubicBezTo>
                <a:cubicBezTo>
                  <a:pt x="6581240" y="1864828"/>
                  <a:pt x="6570872" y="1868307"/>
                  <a:pt x="6557501" y="1868307"/>
                </a:cubicBezTo>
                <a:lnTo>
                  <a:pt x="6504295" y="1868307"/>
                </a:lnTo>
                <a:close/>
                <a:moveTo>
                  <a:pt x="3256271" y="1719330"/>
                </a:moveTo>
                <a:lnTo>
                  <a:pt x="3309477" y="1719330"/>
                </a:lnTo>
                <a:cubicBezTo>
                  <a:pt x="3322846" y="1719330"/>
                  <a:pt x="3333215" y="1723150"/>
                  <a:pt x="3340582" y="1730789"/>
                </a:cubicBezTo>
                <a:cubicBezTo>
                  <a:pt x="3347949" y="1738429"/>
                  <a:pt x="3351632" y="1749070"/>
                  <a:pt x="3351632" y="1762713"/>
                </a:cubicBezTo>
                <a:lnTo>
                  <a:pt x="3351632" y="1829016"/>
                </a:lnTo>
                <a:cubicBezTo>
                  <a:pt x="3351632" y="1841294"/>
                  <a:pt x="3347949" y="1850912"/>
                  <a:pt x="3340582" y="1857870"/>
                </a:cubicBezTo>
                <a:cubicBezTo>
                  <a:pt x="3333215" y="1864828"/>
                  <a:pt x="3322846" y="1868307"/>
                  <a:pt x="3309477" y="1868307"/>
                </a:cubicBezTo>
                <a:lnTo>
                  <a:pt x="3256271" y="1868307"/>
                </a:lnTo>
                <a:close/>
                <a:moveTo>
                  <a:pt x="5385517" y="1717283"/>
                </a:moveTo>
                <a:cubicBezTo>
                  <a:pt x="5401615" y="1717283"/>
                  <a:pt x="5413894" y="1721785"/>
                  <a:pt x="5422352" y="1730789"/>
                </a:cubicBezTo>
                <a:cubicBezTo>
                  <a:pt x="5430810" y="1739794"/>
                  <a:pt x="5435040" y="1752345"/>
                  <a:pt x="5435040" y="1768443"/>
                </a:cubicBezTo>
                <a:lnTo>
                  <a:pt x="5435040" y="2070490"/>
                </a:lnTo>
                <a:cubicBezTo>
                  <a:pt x="5435040" y="2087134"/>
                  <a:pt x="5430742" y="2099889"/>
                  <a:pt x="5422147" y="2108757"/>
                </a:cubicBezTo>
                <a:cubicBezTo>
                  <a:pt x="5413553" y="2117625"/>
                  <a:pt x="5401342" y="2122059"/>
                  <a:pt x="5385517" y="2122059"/>
                </a:cubicBezTo>
                <a:cubicBezTo>
                  <a:pt x="5369964" y="2122059"/>
                  <a:pt x="5357891" y="2117625"/>
                  <a:pt x="5349296" y="2108757"/>
                </a:cubicBezTo>
                <a:cubicBezTo>
                  <a:pt x="5340701" y="2099889"/>
                  <a:pt x="5336404" y="2087134"/>
                  <a:pt x="5336404" y="2070490"/>
                </a:cubicBezTo>
                <a:lnTo>
                  <a:pt x="5336404" y="1768443"/>
                </a:lnTo>
                <a:cubicBezTo>
                  <a:pt x="5336404" y="1752345"/>
                  <a:pt x="5340701" y="1739794"/>
                  <a:pt x="5349296" y="1730789"/>
                </a:cubicBezTo>
                <a:cubicBezTo>
                  <a:pt x="5357891" y="1721785"/>
                  <a:pt x="5369964" y="1717283"/>
                  <a:pt x="5385517" y="1717283"/>
                </a:cubicBezTo>
                <a:close/>
                <a:moveTo>
                  <a:pt x="4556842" y="1717283"/>
                </a:moveTo>
                <a:cubicBezTo>
                  <a:pt x="4572940" y="1717283"/>
                  <a:pt x="4585219" y="1721785"/>
                  <a:pt x="4593677" y="1730789"/>
                </a:cubicBezTo>
                <a:cubicBezTo>
                  <a:pt x="4602135" y="1739794"/>
                  <a:pt x="4606364" y="1752345"/>
                  <a:pt x="4606365" y="1768443"/>
                </a:cubicBezTo>
                <a:lnTo>
                  <a:pt x="4606365" y="2070490"/>
                </a:lnTo>
                <a:cubicBezTo>
                  <a:pt x="4606364" y="2087134"/>
                  <a:pt x="4602067" y="2099889"/>
                  <a:pt x="4593472" y="2108757"/>
                </a:cubicBezTo>
                <a:cubicBezTo>
                  <a:pt x="4584877" y="2117625"/>
                  <a:pt x="4572667" y="2122059"/>
                  <a:pt x="4556842" y="2122059"/>
                </a:cubicBezTo>
                <a:cubicBezTo>
                  <a:pt x="4541289" y="2122059"/>
                  <a:pt x="4529216" y="2117625"/>
                  <a:pt x="4520621" y="2108757"/>
                </a:cubicBezTo>
                <a:cubicBezTo>
                  <a:pt x="4512026" y="2099889"/>
                  <a:pt x="4507729" y="2087134"/>
                  <a:pt x="4507729" y="2070490"/>
                </a:cubicBezTo>
                <a:lnTo>
                  <a:pt x="4507729" y="1768443"/>
                </a:lnTo>
                <a:cubicBezTo>
                  <a:pt x="4507729" y="1752345"/>
                  <a:pt x="4512026" y="1739794"/>
                  <a:pt x="4520621" y="1730789"/>
                </a:cubicBezTo>
                <a:cubicBezTo>
                  <a:pt x="4529216" y="1721785"/>
                  <a:pt x="4541289" y="1717283"/>
                  <a:pt x="4556842" y="1717283"/>
                </a:cubicBezTo>
                <a:close/>
                <a:moveTo>
                  <a:pt x="6090516" y="1622331"/>
                </a:moveTo>
                <a:lnTo>
                  <a:pt x="6090516" y="2217420"/>
                </a:lnTo>
                <a:lnTo>
                  <a:pt x="6135536" y="2217420"/>
                </a:lnTo>
                <a:lnTo>
                  <a:pt x="6192017" y="2217420"/>
                </a:lnTo>
                <a:lnTo>
                  <a:pt x="6354909" y="2217420"/>
                </a:lnTo>
                <a:lnTo>
                  <a:pt x="6354909" y="2118375"/>
                </a:lnTo>
                <a:lnTo>
                  <a:pt x="6192017" y="2118375"/>
                </a:lnTo>
                <a:lnTo>
                  <a:pt x="6192017" y="1971035"/>
                </a:lnTo>
                <a:lnTo>
                  <a:pt x="6334445" y="1971035"/>
                </a:lnTo>
                <a:lnTo>
                  <a:pt x="6334445" y="1872399"/>
                </a:lnTo>
                <a:lnTo>
                  <a:pt x="6192017" y="1872399"/>
                </a:lnTo>
                <a:lnTo>
                  <a:pt x="6192017" y="1721376"/>
                </a:lnTo>
                <a:lnTo>
                  <a:pt x="6354909" y="1721376"/>
                </a:lnTo>
                <a:lnTo>
                  <a:pt x="6354909" y="1622331"/>
                </a:lnTo>
                <a:lnTo>
                  <a:pt x="6192017" y="1622331"/>
                </a:lnTo>
                <a:lnTo>
                  <a:pt x="6135536" y="1622331"/>
                </a:lnTo>
                <a:close/>
                <a:moveTo>
                  <a:pt x="5577431" y="1622331"/>
                </a:moveTo>
                <a:lnTo>
                  <a:pt x="5653966" y="2217420"/>
                </a:lnTo>
                <a:lnTo>
                  <a:pt x="5751374" y="2217420"/>
                </a:lnTo>
                <a:lnTo>
                  <a:pt x="5816449" y="1832699"/>
                </a:lnTo>
                <a:lnTo>
                  <a:pt x="5877022" y="2217420"/>
                </a:lnTo>
                <a:lnTo>
                  <a:pt x="5974430" y="2217420"/>
                </a:lnTo>
                <a:lnTo>
                  <a:pt x="6050556" y="1622331"/>
                </a:lnTo>
                <a:lnTo>
                  <a:pt x="5947418" y="1622331"/>
                </a:lnTo>
                <a:lnTo>
                  <a:pt x="5917540" y="2035292"/>
                </a:lnTo>
                <a:lnTo>
                  <a:pt x="5853284" y="1622331"/>
                </a:lnTo>
                <a:lnTo>
                  <a:pt x="5774703" y="1622331"/>
                </a:lnTo>
                <a:lnTo>
                  <a:pt x="5710446" y="2035292"/>
                </a:lnTo>
                <a:lnTo>
                  <a:pt x="5680569" y="1622331"/>
                </a:lnTo>
                <a:close/>
                <a:moveTo>
                  <a:pt x="4906588" y="1622331"/>
                </a:moveTo>
                <a:lnTo>
                  <a:pt x="4906588" y="1719739"/>
                </a:lnTo>
                <a:lnTo>
                  <a:pt x="5004815" y="1719739"/>
                </a:lnTo>
                <a:lnTo>
                  <a:pt x="5004815" y="2217420"/>
                </a:lnTo>
                <a:lnTo>
                  <a:pt x="5106315" y="2217420"/>
                </a:lnTo>
                <a:lnTo>
                  <a:pt x="5106315" y="1719739"/>
                </a:lnTo>
                <a:lnTo>
                  <a:pt x="5204542" y="1719739"/>
                </a:lnTo>
                <a:lnTo>
                  <a:pt x="5204542" y="1622331"/>
                </a:lnTo>
                <a:close/>
                <a:moveTo>
                  <a:pt x="4234480" y="1622331"/>
                </a:moveTo>
                <a:lnTo>
                  <a:pt x="4234480" y="2217420"/>
                </a:lnTo>
                <a:lnTo>
                  <a:pt x="4335981" y="2217420"/>
                </a:lnTo>
                <a:lnTo>
                  <a:pt x="4335981" y="1622331"/>
                </a:lnTo>
                <a:close/>
                <a:moveTo>
                  <a:pt x="3890241" y="1622331"/>
                </a:moveTo>
                <a:lnTo>
                  <a:pt x="3890241" y="2217420"/>
                </a:lnTo>
                <a:lnTo>
                  <a:pt x="3957772" y="2217420"/>
                </a:lnTo>
                <a:lnTo>
                  <a:pt x="3991742" y="2217420"/>
                </a:lnTo>
                <a:lnTo>
                  <a:pt x="4043720" y="2217420"/>
                </a:lnTo>
                <a:cubicBezTo>
                  <a:pt x="4072370" y="2217420"/>
                  <a:pt x="4096790" y="2212168"/>
                  <a:pt x="4116981" y="2201663"/>
                </a:cubicBezTo>
                <a:cubicBezTo>
                  <a:pt x="4137171" y="2191158"/>
                  <a:pt x="4152588" y="2175879"/>
                  <a:pt x="4163229" y="2155824"/>
                </a:cubicBezTo>
                <a:cubicBezTo>
                  <a:pt x="4173870" y="2135769"/>
                  <a:pt x="4179191" y="2111827"/>
                  <a:pt x="4179191" y="2083996"/>
                </a:cubicBezTo>
                <a:lnTo>
                  <a:pt x="4179191" y="1755755"/>
                </a:lnTo>
                <a:cubicBezTo>
                  <a:pt x="4179191" y="1713463"/>
                  <a:pt x="4167390" y="1680653"/>
                  <a:pt x="4143788" y="1657324"/>
                </a:cubicBezTo>
                <a:cubicBezTo>
                  <a:pt x="4120186" y="1633995"/>
                  <a:pt x="4086967" y="1622331"/>
                  <a:pt x="4044129" y="1622331"/>
                </a:cubicBezTo>
                <a:lnTo>
                  <a:pt x="3991742" y="1622331"/>
                </a:lnTo>
                <a:lnTo>
                  <a:pt x="3957772" y="1622331"/>
                </a:lnTo>
                <a:close/>
                <a:moveTo>
                  <a:pt x="3632136" y="1622331"/>
                </a:moveTo>
                <a:lnTo>
                  <a:pt x="3490117" y="2217420"/>
                </a:lnTo>
                <a:lnTo>
                  <a:pt x="3590799" y="2217420"/>
                </a:lnTo>
                <a:lnTo>
                  <a:pt x="3609046" y="2124924"/>
                </a:lnTo>
                <a:lnTo>
                  <a:pt x="3726440" y="2124924"/>
                </a:lnTo>
                <a:lnTo>
                  <a:pt x="3744687" y="2217420"/>
                </a:lnTo>
                <a:lnTo>
                  <a:pt x="3845369" y="2217420"/>
                </a:lnTo>
                <a:lnTo>
                  <a:pt x="3703350" y="1622331"/>
                </a:lnTo>
                <a:close/>
                <a:moveTo>
                  <a:pt x="2671041" y="1622331"/>
                </a:moveTo>
                <a:lnTo>
                  <a:pt x="2671041" y="2217420"/>
                </a:lnTo>
                <a:lnTo>
                  <a:pt x="2716061" y="2217420"/>
                </a:lnTo>
                <a:lnTo>
                  <a:pt x="2772542" y="2217420"/>
                </a:lnTo>
                <a:lnTo>
                  <a:pt x="2935434" y="2217420"/>
                </a:lnTo>
                <a:lnTo>
                  <a:pt x="2935434" y="2118375"/>
                </a:lnTo>
                <a:lnTo>
                  <a:pt x="2772542" y="2118375"/>
                </a:lnTo>
                <a:lnTo>
                  <a:pt x="2772542" y="1971035"/>
                </a:lnTo>
                <a:lnTo>
                  <a:pt x="2914970" y="1971035"/>
                </a:lnTo>
                <a:lnTo>
                  <a:pt x="2914970" y="1872399"/>
                </a:lnTo>
                <a:lnTo>
                  <a:pt x="2772542" y="1872399"/>
                </a:lnTo>
                <a:lnTo>
                  <a:pt x="2772542" y="1721376"/>
                </a:lnTo>
                <a:lnTo>
                  <a:pt x="2935434" y="1721376"/>
                </a:lnTo>
                <a:lnTo>
                  <a:pt x="2935434" y="1622331"/>
                </a:lnTo>
                <a:lnTo>
                  <a:pt x="2772542" y="1622331"/>
                </a:lnTo>
                <a:lnTo>
                  <a:pt x="2716061" y="1622331"/>
                </a:lnTo>
                <a:close/>
                <a:moveTo>
                  <a:pt x="2318616" y="1622331"/>
                </a:moveTo>
                <a:lnTo>
                  <a:pt x="2318616" y="2217420"/>
                </a:lnTo>
                <a:lnTo>
                  <a:pt x="2420117" y="2217420"/>
                </a:lnTo>
                <a:lnTo>
                  <a:pt x="2420117" y="1971854"/>
                </a:lnTo>
                <a:lnTo>
                  <a:pt x="2500335" y="1971854"/>
                </a:lnTo>
                <a:lnTo>
                  <a:pt x="2500335" y="2217420"/>
                </a:lnTo>
                <a:lnTo>
                  <a:pt x="2601836" y="2217420"/>
                </a:lnTo>
                <a:lnTo>
                  <a:pt x="2601836" y="1622331"/>
                </a:lnTo>
                <a:lnTo>
                  <a:pt x="2500335" y="1622331"/>
                </a:lnTo>
                <a:lnTo>
                  <a:pt x="2500335" y="1876492"/>
                </a:lnTo>
                <a:lnTo>
                  <a:pt x="2420117" y="1876492"/>
                </a:lnTo>
                <a:lnTo>
                  <a:pt x="2420117" y="1622331"/>
                </a:lnTo>
                <a:close/>
                <a:moveTo>
                  <a:pt x="1972888" y="1622331"/>
                </a:moveTo>
                <a:lnTo>
                  <a:pt x="1972888" y="1719739"/>
                </a:lnTo>
                <a:lnTo>
                  <a:pt x="2071115" y="1719739"/>
                </a:lnTo>
                <a:lnTo>
                  <a:pt x="2071115" y="2217420"/>
                </a:lnTo>
                <a:lnTo>
                  <a:pt x="2172616" y="2217420"/>
                </a:lnTo>
                <a:lnTo>
                  <a:pt x="2172616" y="1719739"/>
                </a:lnTo>
                <a:lnTo>
                  <a:pt x="2270842" y="1719739"/>
                </a:lnTo>
                <a:lnTo>
                  <a:pt x="2270842" y="1622331"/>
                </a:lnTo>
                <a:close/>
                <a:moveTo>
                  <a:pt x="6404841" y="1621922"/>
                </a:moveTo>
                <a:lnTo>
                  <a:pt x="6404841" y="2217420"/>
                </a:lnTo>
                <a:lnTo>
                  <a:pt x="6504295" y="2217420"/>
                </a:lnTo>
                <a:lnTo>
                  <a:pt x="6504295" y="1965715"/>
                </a:lnTo>
                <a:lnTo>
                  <a:pt x="6538331" y="1965715"/>
                </a:lnTo>
                <a:lnTo>
                  <a:pt x="6611935" y="2217420"/>
                </a:lnTo>
                <a:lnTo>
                  <a:pt x="6720803" y="2217420"/>
                </a:lnTo>
                <a:lnTo>
                  <a:pt x="6632840" y="1949739"/>
                </a:lnTo>
                <a:lnTo>
                  <a:pt x="6633832" y="1949343"/>
                </a:lnTo>
                <a:cubicBezTo>
                  <a:pt x="6656615" y="1938429"/>
                  <a:pt x="6674009" y="1922604"/>
                  <a:pt x="6686015" y="1901867"/>
                </a:cubicBezTo>
                <a:cubicBezTo>
                  <a:pt x="6698020" y="1881131"/>
                  <a:pt x="6704023" y="1856028"/>
                  <a:pt x="6704023" y="1826560"/>
                </a:cubicBezTo>
                <a:lnTo>
                  <a:pt x="6704023" y="1756983"/>
                </a:lnTo>
                <a:cubicBezTo>
                  <a:pt x="6704023" y="1728334"/>
                  <a:pt x="6698020" y="1703914"/>
                  <a:pt x="6686015" y="1683723"/>
                </a:cubicBezTo>
                <a:cubicBezTo>
                  <a:pt x="6674009" y="1663532"/>
                  <a:pt x="6656615" y="1648184"/>
                  <a:pt x="6633832" y="1637679"/>
                </a:cubicBezTo>
                <a:cubicBezTo>
                  <a:pt x="6611048" y="1627174"/>
                  <a:pt x="6583559" y="1621922"/>
                  <a:pt x="6551362" y="1621922"/>
                </a:cubicBezTo>
                <a:lnTo>
                  <a:pt x="6504295" y="1621922"/>
                </a:lnTo>
                <a:lnTo>
                  <a:pt x="6450271" y="1621922"/>
                </a:lnTo>
                <a:close/>
                <a:moveTo>
                  <a:pt x="3156816" y="1621922"/>
                </a:moveTo>
                <a:lnTo>
                  <a:pt x="3156816" y="2217420"/>
                </a:lnTo>
                <a:lnTo>
                  <a:pt x="3256271" y="2217420"/>
                </a:lnTo>
                <a:lnTo>
                  <a:pt x="3256271" y="1965715"/>
                </a:lnTo>
                <a:lnTo>
                  <a:pt x="3290306" y="1965715"/>
                </a:lnTo>
                <a:lnTo>
                  <a:pt x="3363910" y="2217420"/>
                </a:lnTo>
                <a:lnTo>
                  <a:pt x="3472778" y="2217420"/>
                </a:lnTo>
                <a:lnTo>
                  <a:pt x="3384815" y="1949739"/>
                </a:lnTo>
                <a:lnTo>
                  <a:pt x="3385807" y="1949343"/>
                </a:lnTo>
                <a:cubicBezTo>
                  <a:pt x="3408590" y="1938429"/>
                  <a:pt x="3425984" y="1922604"/>
                  <a:pt x="3437990" y="1901867"/>
                </a:cubicBezTo>
                <a:cubicBezTo>
                  <a:pt x="3449995" y="1881131"/>
                  <a:pt x="3455998" y="1856028"/>
                  <a:pt x="3455998" y="1826560"/>
                </a:cubicBezTo>
                <a:lnTo>
                  <a:pt x="3455998" y="1756983"/>
                </a:lnTo>
                <a:cubicBezTo>
                  <a:pt x="3455998" y="1728334"/>
                  <a:pt x="3449995" y="1703914"/>
                  <a:pt x="3437990" y="1683723"/>
                </a:cubicBezTo>
                <a:cubicBezTo>
                  <a:pt x="3425984" y="1663532"/>
                  <a:pt x="3408590" y="1648184"/>
                  <a:pt x="3385807" y="1637679"/>
                </a:cubicBezTo>
                <a:cubicBezTo>
                  <a:pt x="3363024" y="1627174"/>
                  <a:pt x="3335534" y="1621922"/>
                  <a:pt x="3303337" y="1621922"/>
                </a:cubicBezTo>
                <a:lnTo>
                  <a:pt x="3256271" y="1621922"/>
                </a:lnTo>
                <a:lnTo>
                  <a:pt x="3202246" y="1621922"/>
                </a:lnTo>
                <a:close/>
                <a:moveTo>
                  <a:pt x="5385517" y="1616192"/>
                </a:moveTo>
                <a:cubicBezTo>
                  <a:pt x="5353593" y="1616192"/>
                  <a:pt x="5326240" y="1621649"/>
                  <a:pt x="5303457" y="1632563"/>
                </a:cubicBezTo>
                <a:cubicBezTo>
                  <a:pt x="5280674" y="1643477"/>
                  <a:pt x="5263279" y="1659371"/>
                  <a:pt x="5251274" y="1680244"/>
                </a:cubicBezTo>
                <a:cubicBezTo>
                  <a:pt x="5239268" y="1701117"/>
                  <a:pt x="5233266" y="1726424"/>
                  <a:pt x="5233266" y="1756165"/>
                </a:cubicBezTo>
                <a:lnTo>
                  <a:pt x="5233266" y="2083586"/>
                </a:lnTo>
                <a:cubicBezTo>
                  <a:pt x="5233266" y="2113054"/>
                  <a:pt x="5239268" y="2138225"/>
                  <a:pt x="5251274" y="2159098"/>
                </a:cubicBezTo>
                <a:cubicBezTo>
                  <a:pt x="5263279" y="2179971"/>
                  <a:pt x="5280674" y="2195933"/>
                  <a:pt x="5303457" y="2206984"/>
                </a:cubicBezTo>
                <a:cubicBezTo>
                  <a:pt x="5326240" y="2218034"/>
                  <a:pt x="5353593" y="2223559"/>
                  <a:pt x="5385517" y="2223559"/>
                </a:cubicBezTo>
                <a:cubicBezTo>
                  <a:pt x="5417441" y="2223559"/>
                  <a:pt x="5444794" y="2218034"/>
                  <a:pt x="5467577" y="2206984"/>
                </a:cubicBezTo>
                <a:cubicBezTo>
                  <a:pt x="5490360" y="2195933"/>
                  <a:pt x="5507754" y="2179971"/>
                  <a:pt x="5519760" y="2159098"/>
                </a:cubicBezTo>
                <a:cubicBezTo>
                  <a:pt x="5531765" y="2138225"/>
                  <a:pt x="5537768" y="2113054"/>
                  <a:pt x="5537768" y="2083586"/>
                </a:cubicBezTo>
                <a:lnTo>
                  <a:pt x="5537768" y="1756165"/>
                </a:lnTo>
                <a:cubicBezTo>
                  <a:pt x="5537768" y="1726424"/>
                  <a:pt x="5531765" y="1701117"/>
                  <a:pt x="5519760" y="1680244"/>
                </a:cubicBezTo>
                <a:cubicBezTo>
                  <a:pt x="5507754" y="1659371"/>
                  <a:pt x="5490360" y="1643477"/>
                  <a:pt x="5467577" y="1632563"/>
                </a:cubicBezTo>
                <a:cubicBezTo>
                  <a:pt x="5444794" y="1621649"/>
                  <a:pt x="5417441" y="1616192"/>
                  <a:pt x="5385517" y="1616192"/>
                </a:cubicBezTo>
                <a:close/>
                <a:moveTo>
                  <a:pt x="4556842" y="1616192"/>
                </a:moveTo>
                <a:cubicBezTo>
                  <a:pt x="4524918" y="1616192"/>
                  <a:pt x="4497565" y="1621649"/>
                  <a:pt x="4474782" y="1632563"/>
                </a:cubicBezTo>
                <a:cubicBezTo>
                  <a:pt x="4451999" y="1643477"/>
                  <a:pt x="4434604" y="1659371"/>
                  <a:pt x="4422599" y="1680244"/>
                </a:cubicBezTo>
                <a:cubicBezTo>
                  <a:pt x="4410593" y="1701117"/>
                  <a:pt x="4404591" y="1726424"/>
                  <a:pt x="4404591" y="1756165"/>
                </a:cubicBezTo>
                <a:lnTo>
                  <a:pt x="4404591" y="2083586"/>
                </a:lnTo>
                <a:cubicBezTo>
                  <a:pt x="4404591" y="2113054"/>
                  <a:pt x="4410593" y="2138225"/>
                  <a:pt x="4422599" y="2159098"/>
                </a:cubicBezTo>
                <a:cubicBezTo>
                  <a:pt x="4434604" y="2179971"/>
                  <a:pt x="4451999" y="2195933"/>
                  <a:pt x="4474782" y="2206984"/>
                </a:cubicBezTo>
                <a:cubicBezTo>
                  <a:pt x="4497565" y="2218034"/>
                  <a:pt x="4524918" y="2223559"/>
                  <a:pt x="4556842" y="2223559"/>
                </a:cubicBezTo>
                <a:cubicBezTo>
                  <a:pt x="4588766" y="2223559"/>
                  <a:pt x="4616119" y="2218034"/>
                  <a:pt x="4638902" y="2206984"/>
                </a:cubicBezTo>
                <a:cubicBezTo>
                  <a:pt x="4661685" y="2195933"/>
                  <a:pt x="4679079" y="2179971"/>
                  <a:pt x="4691085" y="2159098"/>
                </a:cubicBezTo>
                <a:cubicBezTo>
                  <a:pt x="4703091" y="2138225"/>
                  <a:pt x="4709093" y="2113054"/>
                  <a:pt x="4709093" y="2083586"/>
                </a:cubicBezTo>
                <a:lnTo>
                  <a:pt x="4709093" y="1756165"/>
                </a:lnTo>
                <a:cubicBezTo>
                  <a:pt x="4709093" y="1726424"/>
                  <a:pt x="4703091" y="1701117"/>
                  <a:pt x="4691085" y="1680244"/>
                </a:cubicBezTo>
                <a:cubicBezTo>
                  <a:pt x="4679079" y="1659371"/>
                  <a:pt x="4661685" y="1643477"/>
                  <a:pt x="4638902" y="1632563"/>
                </a:cubicBezTo>
                <a:cubicBezTo>
                  <a:pt x="4616119" y="1621649"/>
                  <a:pt x="4588766" y="1616192"/>
                  <a:pt x="4556842" y="1616192"/>
                </a:cubicBezTo>
                <a:close/>
                <a:moveTo>
                  <a:pt x="0" y="0"/>
                </a:moveTo>
                <a:lnTo>
                  <a:pt x="7187184" y="0"/>
                </a:lnTo>
                <a:lnTo>
                  <a:pt x="7187184" y="6858000"/>
                </a:lnTo>
                <a:lnTo>
                  <a:pt x="0" y="6858000"/>
                </a:lnTo>
                <a:close/>
              </a:path>
            </a:pathLst>
          </a:custGeom>
          <a:solidFill>
            <a:srgbClr val="0E1F24">
              <a:alpha val="85098"/>
            </a:srgb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r"/>
            <a:endParaRPr lang="en-GB" sz="6600" b="1" dirty="0">
              <a:latin typeface="Bahnschrift Condensed" panose="020B0502040204020203" pitchFamily="34" charset="0"/>
            </a:endParaRPr>
          </a:p>
        </p:txBody>
      </p:sp>
      <p:pic>
        <p:nvPicPr>
          <p:cNvPr id="11" name="Picture 10">
            <a:extLst>
              <a:ext uri="{FF2B5EF4-FFF2-40B4-BE49-F238E27FC236}">
                <a16:creationId xmlns:a16="http://schemas.microsoft.com/office/drawing/2014/main" id="{133967E6-E715-55B8-4842-3E056661C0AD}"/>
              </a:ext>
            </a:extLst>
          </p:cNvPr>
          <p:cNvPicPr>
            <a:picLocks noChangeAspect="1"/>
          </p:cNvPicPr>
          <p:nvPr/>
        </p:nvPicPr>
        <p:blipFill>
          <a:blip r:embed="rId5">
            <a:alphaModFix amt="50000"/>
            <a:extLst>
              <a:ext uri="{28A0092B-C50C-407E-A947-70E740481C1C}">
                <a14:useLocalDpi xmlns:a14="http://schemas.microsoft.com/office/drawing/2010/main" val="0"/>
              </a:ext>
            </a:extLst>
          </a:blip>
          <a:stretch>
            <a:fillRect/>
          </a:stretch>
        </p:blipFill>
        <p:spPr>
          <a:xfrm>
            <a:off x="5044440" y="645170"/>
            <a:ext cx="2103120" cy="2103120"/>
          </a:xfrm>
          <a:prstGeom prst="rect">
            <a:avLst/>
          </a:prstGeom>
        </p:spPr>
      </p:pic>
    </p:spTree>
    <p:extLst>
      <p:ext uri="{BB962C8B-B14F-4D97-AF65-F5344CB8AC3E}">
        <p14:creationId xmlns:p14="http://schemas.microsoft.com/office/powerpoint/2010/main" val="2433077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121" fill="hold"/>
                                        <p:tgtEl>
                                          <p:spTgt spid="4"/>
                                        </p:tgtEl>
                                      </p:cBhvr>
                                    </p:cmd>
                                  </p:childTnLst>
                                </p:cTn>
                              </p:par>
                              <p:par>
                                <p:cTn id="7" presetID="2" presetClass="entr" presetSubtype="8" fill="hold" nodeType="withEffect">
                                  <p:stCondLst>
                                    <p:cond delay="0"/>
                                  </p:stCondLst>
                                  <p:childTnLst>
                                    <p:set>
                                      <p:cBhvr>
                                        <p:cTn id="8" dur="1" fill="hold">
                                          <p:stCondLst>
                                            <p:cond delay="0"/>
                                          </p:stCondLst>
                                        </p:cTn>
                                        <p:tgtEl>
                                          <p:spTgt spid="11"/>
                                        </p:tgtEl>
                                        <p:attrNameLst>
                                          <p:attrName>style.visibility</p:attrName>
                                        </p:attrNameLst>
                                      </p:cBhvr>
                                      <p:to>
                                        <p:strVal val="visible"/>
                                      </p:to>
                                    </p:set>
                                    <p:anim calcmode="lin" valueType="num">
                                      <p:cBhvr additive="base">
                                        <p:cTn id="9" dur="750" fill="hold"/>
                                        <p:tgtEl>
                                          <p:spTgt spid="11"/>
                                        </p:tgtEl>
                                        <p:attrNameLst>
                                          <p:attrName>ppt_x</p:attrName>
                                        </p:attrNameLst>
                                      </p:cBhvr>
                                      <p:tavLst>
                                        <p:tav tm="0">
                                          <p:val>
                                            <p:strVal val="0-#ppt_w/2"/>
                                          </p:val>
                                        </p:tav>
                                        <p:tav tm="100000">
                                          <p:val>
                                            <p:strVal val="#ppt_x"/>
                                          </p:val>
                                        </p:tav>
                                      </p:tavLst>
                                    </p:anim>
                                    <p:anim calcmode="lin" valueType="num">
                                      <p:cBhvr additive="base">
                                        <p:cTn id="10" dur="750" fill="hold"/>
                                        <p:tgtEl>
                                          <p:spTgt spid="11"/>
                                        </p:tgtEl>
                                        <p:attrNameLst>
                                          <p:attrName>ppt_y</p:attrName>
                                        </p:attrNameLst>
                                      </p:cBhvr>
                                      <p:tavLst>
                                        <p:tav tm="0">
                                          <p:val>
                                            <p:strVal val="#ppt_y"/>
                                          </p:val>
                                        </p:tav>
                                        <p:tav tm="100000">
                                          <p:val>
                                            <p:strVal val="#ppt_y"/>
                                          </p:val>
                                        </p:tav>
                                      </p:tavLst>
                                    </p:anim>
                                  </p:childTnLst>
                                </p:cTn>
                              </p:par>
                              <p:par>
                                <p:cTn id="11" presetID="2" presetClass="entr" presetSubtype="8"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750" fill="hold"/>
                                        <p:tgtEl>
                                          <p:spTgt spid="15"/>
                                        </p:tgtEl>
                                        <p:attrNameLst>
                                          <p:attrName>ppt_x</p:attrName>
                                        </p:attrNameLst>
                                      </p:cBhvr>
                                      <p:tavLst>
                                        <p:tav tm="0">
                                          <p:val>
                                            <p:strVal val="0-#ppt_w/2"/>
                                          </p:val>
                                        </p:tav>
                                        <p:tav tm="100000">
                                          <p:val>
                                            <p:strVal val="#ppt_x"/>
                                          </p:val>
                                        </p:tav>
                                      </p:tavLst>
                                    </p:anim>
                                    <p:anim calcmode="lin" valueType="num">
                                      <p:cBhvr additive="base">
                                        <p:cTn id="14" dur="75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5" fill="hold" display="0">
                  <p:stCondLst>
                    <p:cond delay="indefinite"/>
                  </p:stCondLst>
                </p:cTn>
                <p:tgtEl>
                  <p:spTgt spid="4"/>
                </p:tgtEl>
              </p:cMediaNode>
            </p:video>
            <p:seq concurrent="1" nextAc="seek">
              <p:cTn id="16" restart="whenNotActive" fill="hold" evtFilter="cancelBubble" nodeType="interactiveSeq">
                <p:stCondLst>
                  <p:cond evt="onClick" delay="0">
                    <p:tgtEl>
                      <p:spTgt spid="4"/>
                    </p:tgtEl>
                  </p:cond>
                </p:stCondLst>
                <p:endSync evt="end" delay="0">
                  <p:rtn val="all"/>
                </p:endSync>
                <p:childTnLst>
                  <p:par>
                    <p:cTn id="17" fill="hold">
                      <p:stCondLst>
                        <p:cond delay="0"/>
                      </p:stCondLst>
                      <p:childTnLst>
                        <p:par>
                          <p:cTn id="18" fill="hold">
                            <p:stCondLst>
                              <p:cond delay="0"/>
                            </p:stCondLst>
                            <p:childTnLst>
                              <p:par>
                                <p:cTn id="19" presetID="2" presetClass="mediacall" presetSubtype="0" fill="hold" nodeType="clickEffect">
                                  <p:stCondLst>
                                    <p:cond delay="0"/>
                                  </p:stCondLst>
                                  <p:childTnLst>
                                    <p:cmd type="call" cmd="togglePause">
                                      <p:cBhvr>
                                        <p:cTn id="20" dur="1" fill="hold"/>
                                        <p:tgtEl>
                                          <p:spTgt spid="4"/>
                                        </p:tgtEl>
                                      </p:cBhvr>
                                    </p:cmd>
                                  </p:childTnLst>
                                </p:cTn>
                              </p:par>
                            </p:childTnLst>
                          </p:cTn>
                        </p:par>
                      </p:childTnLst>
                    </p:cTn>
                  </p:par>
                </p:childTnLst>
              </p:cTn>
              <p:nextCondLst>
                <p:cond evt="onClick" delay="0">
                  <p:tgtEl>
                    <p:spTgt spid="4"/>
                  </p:tgtEl>
                </p:cond>
              </p:nextCondLst>
            </p:seq>
          </p:childTnLst>
        </p:cTn>
      </p:par>
    </p:tnLst>
    <p:bldLst>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EA97B7D-1A01-FD0E-C083-1DEF019D2C88}"/>
              </a:ext>
            </a:extLst>
          </p:cNvPr>
          <p:cNvSpPr/>
          <p:nvPr/>
        </p:nvSpPr>
        <p:spPr>
          <a:xfrm>
            <a:off x="0" y="0"/>
            <a:ext cx="12192000" cy="6858000"/>
          </a:xfrm>
          <a:prstGeom prst="rect">
            <a:avLst/>
          </a:prstGeom>
          <a:solidFill>
            <a:srgbClr val="2E4A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Rounded Corners 22">
            <a:extLst>
              <a:ext uri="{FF2B5EF4-FFF2-40B4-BE49-F238E27FC236}">
                <a16:creationId xmlns:a16="http://schemas.microsoft.com/office/drawing/2014/main" id="{59D4CC62-A88D-452C-CCCD-32211056B828}"/>
              </a:ext>
            </a:extLst>
          </p:cNvPr>
          <p:cNvSpPr/>
          <p:nvPr/>
        </p:nvSpPr>
        <p:spPr>
          <a:xfrm rot="19170827">
            <a:off x="-2250628" y="625017"/>
            <a:ext cx="13100699" cy="5196114"/>
          </a:xfrm>
          <a:prstGeom prst="roundRect">
            <a:avLst>
              <a:gd name="adj" fmla="val 50000"/>
            </a:avLst>
          </a:prstGeom>
          <a:solidFill>
            <a:srgbClr val="94AEA0">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a:extLst>
              <a:ext uri="{FF2B5EF4-FFF2-40B4-BE49-F238E27FC236}">
                <a16:creationId xmlns:a16="http://schemas.microsoft.com/office/drawing/2014/main" id="{B0495638-EA84-0ECB-F8CF-FDCFC282DC69}"/>
              </a:ext>
            </a:extLst>
          </p:cNvPr>
          <p:cNvGrpSpPr/>
          <p:nvPr/>
        </p:nvGrpSpPr>
        <p:grpSpPr>
          <a:xfrm>
            <a:off x="7990441" y="-2050344"/>
            <a:ext cx="5283628" cy="8533177"/>
            <a:chOff x="7521945" y="-2790572"/>
            <a:chExt cx="5283628" cy="8533177"/>
          </a:xfrm>
          <a:blipFill>
            <a:blip r:embed="rId2"/>
            <a:stretch>
              <a:fillRect/>
            </a:stretch>
          </a:blipFill>
        </p:grpSpPr>
        <p:sp>
          <p:nvSpPr>
            <p:cNvPr id="10" name="Rectangle: Rounded Corners 9">
              <a:extLst>
                <a:ext uri="{FF2B5EF4-FFF2-40B4-BE49-F238E27FC236}">
                  <a16:creationId xmlns:a16="http://schemas.microsoft.com/office/drawing/2014/main" id="{4A7DA732-E9B0-107D-2182-CB3005951597}"/>
                </a:ext>
              </a:extLst>
            </p:cNvPr>
            <p:cNvSpPr/>
            <p:nvPr/>
          </p:nvSpPr>
          <p:spPr>
            <a:xfrm rot="2490311">
              <a:off x="11523397" y="512411"/>
              <a:ext cx="985347" cy="5153331"/>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CDB1BE5C-3609-C1D8-7E60-FC7E7BBDD9F4}"/>
                </a:ext>
              </a:extLst>
            </p:cNvPr>
            <p:cNvSpPr/>
            <p:nvPr/>
          </p:nvSpPr>
          <p:spPr>
            <a:xfrm rot="2490311">
              <a:off x="9490874" y="4947834"/>
              <a:ext cx="873073" cy="794771"/>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B9B132CB-A5AD-74BB-968A-86D126A00DA7}"/>
                </a:ext>
              </a:extLst>
            </p:cNvPr>
            <p:cNvSpPr/>
            <p:nvPr/>
          </p:nvSpPr>
          <p:spPr>
            <a:xfrm rot="2490311">
              <a:off x="8278346" y="-2569322"/>
              <a:ext cx="2307771" cy="6772328"/>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A9587B48-E120-9334-6F60-D3E661ADA27F}"/>
                </a:ext>
              </a:extLst>
            </p:cNvPr>
            <p:cNvSpPr/>
            <p:nvPr/>
          </p:nvSpPr>
          <p:spPr>
            <a:xfrm rot="2490311">
              <a:off x="11226566" y="-1525480"/>
              <a:ext cx="1579007" cy="5067524"/>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D3EDE49A-F6CA-ACB8-3955-3E1667DA1B89}"/>
                </a:ext>
              </a:extLst>
            </p:cNvPr>
            <p:cNvSpPr/>
            <p:nvPr/>
          </p:nvSpPr>
          <p:spPr>
            <a:xfrm rot="2490311">
              <a:off x="8765732" y="2748815"/>
              <a:ext cx="1579007" cy="2048763"/>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C6EC0206-7263-7072-D63C-B69EF21CE305}"/>
                </a:ext>
              </a:extLst>
            </p:cNvPr>
            <p:cNvSpPr/>
            <p:nvPr/>
          </p:nvSpPr>
          <p:spPr>
            <a:xfrm rot="2490311">
              <a:off x="7521945" y="-2790572"/>
              <a:ext cx="985347" cy="5044538"/>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2" name="Rectangle: Rounded Corners 21">
            <a:extLst>
              <a:ext uri="{FF2B5EF4-FFF2-40B4-BE49-F238E27FC236}">
                <a16:creationId xmlns:a16="http://schemas.microsoft.com/office/drawing/2014/main" id="{F07A5347-09AF-F45B-76F6-8A6230770755}"/>
              </a:ext>
            </a:extLst>
          </p:cNvPr>
          <p:cNvSpPr/>
          <p:nvPr/>
        </p:nvSpPr>
        <p:spPr>
          <a:xfrm rot="3072919">
            <a:off x="1411963" y="-1284584"/>
            <a:ext cx="1012804" cy="3244414"/>
          </a:xfrm>
          <a:prstGeom prst="roundRect">
            <a:avLst>
              <a:gd name="adj" fmla="val 50000"/>
            </a:avLst>
          </a:prstGeom>
          <a:solidFill>
            <a:srgbClr val="94AEA0">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98009414-1212-9AF3-591F-7D3438D5DBB8}"/>
              </a:ext>
            </a:extLst>
          </p:cNvPr>
          <p:cNvSpPr/>
          <p:nvPr/>
        </p:nvSpPr>
        <p:spPr>
          <a:xfrm rot="2942504">
            <a:off x="7416885" y="4885327"/>
            <a:ext cx="1012804" cy="3244414"/>
          </a:xfrm>
          <a:prstGeom prst="roundRect">
            <a:avLst>
              <a:gd name="adj" fmla="val 50000"/>
            </a:avLst>
          </a:prstGeom>
          <a:solidFill>
            <a:srgbClr val="94AEA0">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24EA11B-1808-9345-97DD-F2A86B345974}"/>
              </a:ext>
            </a:extLst>
          </p:cNvPr>
          <p:cNvSpPr txBox="1"/>
          <p:nvPr/>
        </p:nvSpPr>
        <p:spPr>
          <a:xfrm>
            <a:off x="1768027" y="2006097"/>
            <a:ext cx="5268617" cy="923330"/>
          </a:xfrm>
          <a:prstGeom prst="rect">
            <a:avLst/>
          </a:prstGeom>
          <a:noFill/>
        </p:spPr>
        <p:txBody>
          <a:bodyPr wrap="square" rtlCol="0">
            <a:spAutoFit/>
          </a:bodyPr>
          <a:lstStyle/>
          <a:p>
            <a:r>
              <a:rPr lang="en-GB" sz="5400" dirty="0">
                <a:latin typeface="Franklin Gothic Medium" panose="020B0603020102020204" pitchFamily="34" charset="0"/>
              </a:rPr>
              <a:t>HIGH CONCEPT</a:t>
            </a:r>
          </a:p>
        </p:txBody>
      </p:sp>
      <p:sp>
        <p:nvSpPr>
          <p:cNvPr id="28" name="TextBox 27">
            <a:extLst>
              <a:ext uri="{FF2B5EF4-FFF2-40B4-BE49-F238E27FC236}">
                <a16:creationId xmlns:a16="http://schemas.microsoft.com/office/drawing/2014/main" id="{D323A9BF-2EA1-F8F0-2CC1-8E2E47D322F4}"/>
              </a:ext>
            </a:extLst>
          </p:cNvPr>
          <p:cNvSpPr txBox="1"/>
          <p:nvPr/>
        </p:nvSpPr>
        <p:spPr>
          <a:xfrm>
            <a:off x="1595529" y="2929427"/>
            <a:ext cx="4707446" cy="2308324"/>
          </a:xfrm>
          <a:prstGeom prst="rect">
            <a:avLst/>
          </a:prstGeom>
          <a:noFill/>
        </p:spPr>
        <p:txBody>
          <a:bodyPr wrap="square" rtlCol="0">
            <a:spAutoFit/>
          </a:bodyPr>
          <a:lstStyle/>
          <a:p>
            <a:pPr algn="ctr"/>
            <a:r>
              <a:rPr lang="en-GB" dirty="0">
                <a:latin typeface="Arial" panose="020B0604020202020204" pitchFamily="34" charset="0"/>
                <a:cs typeface="Arial" panose="020B0604020202020204" pitchFamily="34" charset="0"/>
              </a:rPr>
              <a:t>After arriving at a small town in Japan, Himari, a young journalist finds the town abandoned. She starts receiving broadcast messages on her phone from the local radio tower, the only problem? It's been decommissioned for years. Who is sending these messages, and where has everyone gone?</a:t>
            </a:r>
          </a:p>
        </p:txBody>
      </p:sp>
    </p:spTree>
    <p:extLst>
      <p:ext uri="{BB962C8B-B14F-4D97-AF65-F5344CB8AC3E}">
        <p14:creationId xmlns:p14="http://schemas.microsoft.com/office/powerpoint/2010/main" val="2323860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CB1FE3-0887-2C29-ED5A-3E2ACE46D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287000" cy="6858000"/>
          </a:xfrm>
          <a:prstGeom prst="rect">
            <a:avLst/>
          </a:prstGeom>
        </p:spPr>
      </p:pic>
      <p:sp>
        <p:nvSpPr>
          <p:cNvPr id="8" name="Freeform: Shape 7">
            <a:extLst>
              <a:ext uri="{FF2B5EF4-FFF2-40B4-BE49-F238E27FC236}">
                <a16:creationId xmlns:a16="http://schemas.microsoft.com/office/drawing/2014/main" id="{F94115C0-53AE-B7FE-E5E8-EF0801DC5268}"/>
              </a:ext>
            </a:extLst>
          </p:cNvPr>
          <p:cNvSpPr/>
          <p:nvPr/>
        </p:nvSpPr>
        <p:spPr>
          <a:xfrm>
            <a:off x="4717143" y="-101600"/>
            <a:ext cx="12324951" cy="7082970"/>
          </a:xfrm>
          <a:custGeom>
            <a:avLst/>
            <a:gdLst/>
            <a:ahLst/>
            <a:cxnLst/>
            <a:rect l="l" t="t" r="r" b="b"/>
            <a:pathLst>
              <a:path w="12192000" h="6858000">
                <a:moveTo>
                  <a:pt x="1164590" y="4644539"/>
                </a:moveTo>
                <a:lnTo>
                  <a:pt x="1283058" y="5007084"/>
                </a:lnTo>
                <a:lnTo>
                  <a:pt x="1046123" y="5007084"/>
                </a:lnTo>
                <a:close/>
                <a:moveTo>
                  <a:pt x="2481422" y="4620726"/>
                </a:moveTo>
                <a:lnTo>
                  <a:pt x="2620724" y="4620726"/>
                </a:lnTo>
                <a:cubicBezTo>
                  <a:pt x="2686209" y="4620726"/>
                  <a:pt x="2738894" y="4648210"/>
                  <a:pt x="2778780" y="4703177"/>
                </a:cubicBezTo>
                <a:cubicBezTo>
                  <a:pt x="2818666" y="4758144"/>
                  <a:pt x="2838609" y="4825315"/>
                  <a:pt x="2838609" y="4904690"/>
                </a:cubicBezTo>
                <a:cubicBezTo>
                  <a:pt x="2838609" y="5001925"/>
                  <a:pt x="2815788" y="5075148"/>
                  <a:pt x="2770148" y="5124360"/>
                </a:cubicBezTo>
                <a:cubicBezTo>
                  <a:pt x="2724508" y="5173573"/>
                  <a:pt x="2668945" y="5198179"/>
                  <a:pt x="2603460" y="5198179"/>
                </a:cubicBezTo>
                <a:lnTo>
                  <a:pt x="2481422" y="5198179"/>
                </a:lnTo>
                <a:close/>
                <a:moveTo>
                  <a:pt x="5611574" y="4505235"/>
                </a:moveTo>
                <a:lnTo>
                  <a:pt x="5611574" y="5317837"/>
                </a:lnTo>
                <a:lnTo>
                  <a:pt x="6139616" y="5317837"/>
                </a:lnTo>
                <a:lnTo>
                  <a:pt x="6139616" y="5191631"/>
                </a:lnTo>
                <a:lnTo>
                  <a:pt x="5758020" y="5191631"/>
                </a:lnTo>
                <a:lnTo>
                  <a:pt x="5758020" y="4964221"/>
                </a:lnTo>
                <a:lnTo>
                  <a:pt x="6060440" y="4964221"/>
                </a:lnTo>
                <a:lnTo>
                  <a:pt x="6060440" y="4846350"/>
                </a:lnTo>
                <a:lnTo>
                  <a:pt x="5758020" y="4846350"/>
                </a:lnTo>
                <a:lnTo>
                  <a:pt x="5758020" y="4626084"/>
                </a:lnTo>
                <a:lnTo>
                  <a:pt x="6134258" y="4626084"/>
                </a:lnTo>
                <a:lnTo>
                  <a:pt x="6134258" y="4505235"/>
                </a:lnTo>
                <a:close/>
                <a:moveTo>
                  <a:pt x="4116149" y="4505235"/>
                </a:moveTo>
                <a:lnTo>
                  <a:pt x="4116149" y="5317837"/>
                </a:lnTo>
                <a:lnTo>
                  <a:pt x="4234021" y="5317837"/>
                </a:lnTo>
                <a:lnTo>
                  <a:pt x="4234021" y="4722525"/>
                </a:lnTo>
                <a:cubicBezTo>
                  <a:pt x="4243942" y="4739590"/>
                  <a:pt x="4251285" y="4752092"/>
                  <a:pt x="4256047" y="4760029"/>
                </a:cubicBezTo>
                <a:cubicBezTo>
                  <a:pt x="4266763" y="4777889"/>
                  <a:pt x="4274502" y="4790787"/>
                  <a:pt x="4279264" y="4798725"/>
                </a:cubicBezTo>
                <a:lnTo>
                  <a:pt x="4587636" y="5317837"/>
                </a:lnTo>
                <a:lnTo>
                  <a:pt x="4729916" y="5317837"/>
                </a:lnTo>
                <a:lnTo>
                  <a:pt x="4729916" y="4505235"/>
                </a:lnTo>
                <a:lnTo>
                  <a:pt x="4614426" y="4505235"/>
                </a:lnTo>
                <a:lnTo>
                  <a:pt x="4614426" y="5071378"/>
                </a:lnTo>
                <a:cubicBezTo>
                  <a:pt x="4582278" y="5017006"/>
                  <a:pt x="4565014" y="4987836"/>
                  <a:pt x="4562633" y="4983867"/>
                </a:cubicBezTo>
                <a:lnTo>
                  <a:pt x="4278074" y="4505235"/>
                </a:lnTo>
                <a:close/>
                <a:moveTo>
                  <a:pt x="3458924" y="4505235"/>
                </a:moveTo>
                <a:lnTo>
                  <a:pt x="3458924" y="5317837"/>
                </a:lnTo>
                <a:lnTo>
                  <a:pt x="3986966" y="5317837"/>
                </a:lnTo>
                <a:lnTo>
                  <a:pt x="3986966" y="5191631"/>
                </a:lnTo>
                <a:lnTo>
                  <a:pt x="3605371" y="5191631"/>
                </a:lnTo>
                <a:lnTo>
                  <a:pt x="3605371" y="4964221"/>
                </a:lnTo>
                <a:lnTo>
                  <a:pt x="3907790" y="4964221"/>
                </a:lnTo>
                <a:lnTo>
                  <a:pt x="3907790" y="4846350"/>
                </a:lnTo>
                <a:lnTo>
                  <a:pt x="3605371" y="4846350"/>
                </a:lnTo>
                <a:lnTo>
                  <a:pt x="3605371" y="4626084"/>
                </a:lnTo>
                <a:lnTo>
                  <a:pt x="3981608" y="4626084"/>
                </a:lnTo>
                <a:lnTo>
                  <a:pt x="3981608" y="4505235"/>
                </a:lnTo>
                <a:close/>
                <a:moveTo>
                  <a:pt x="3135074" y="4505235"/>
                </a:moveTo>
                <a:lnTo>
                  <a:pt x="3135074" y="5317837"/>
                </a:lnTo>
                <a:lnTo>
                  <a:pt x="3281521" y="5317837"/>
                </a:lnTo>
                <a:lnTo>
                  <a:pt x="3281521" y="4505235"/>
                </a:lnTo>
                <a:close/>
                <a:moveTo>
                  <a:pt x="2330808" y="4505235"/>
                </a:moveTo>
                <a:lnTo>
                  <a:pt x="2330808" y="5317837"/>
                </a:lnTo>
                <a:lnTo>
                  <a:pt x="2597507" y="5317837"/>
                </a:lnTo>
                <a:cubicBezTo>
                  <a:pt x="2726095" y="5317837"/>
                  <a:pt x="2824916" y="5279142"/>
                  <a:pt x="2893973" y="5201751"/>
                </a:cubicBezTo>
                <a:cubicBezTo>
                  <a:pt x="2963029" y="5124360"/>
                  <a:pt x="2997558" y="5028118"/>
                  <a:pt x="2997558" y="4913025"/>
                </a:cubicBezTo>
                <a:cubicBezTo>
                  <a:pt x="2997558" y="4797931"/>
                  <a:pt x="2964021" y="4701193"/>
                  <a:pt x="2896949" y="4622810"/>
                </a:cubicBezTo>
                <a:cubicBezTo>
                  <a:pt x="2829877" y="4544427"/>
                  <a:pt x="2740977" y="4505235"/>
                  <a:pt x="2630249" y="4505235"/>
                </a:cubicBezTo>
                <a:close/>
                <a:moveTo>
                  <a:pt x="1603335" y="4505235"/>
                </a:moveTo>
                <a:lnTo>
                  <a:pt x="1603335" y="5038040"/>
                </a:lnTo>
                <a:cubicBezTo>
                  <a:pt x="1603335" y="5102334"/>
                  <a:pt x="1612662" y="5155218"/>
                  <a:pt x="1631315" y="5196691"/>
                </a:cubicBezTo>
                <a:cubicBezTo>
                  <a:pt x="1649968" y="5238165"/>
                  <a:pt x="1680627" y="5270807"/>
                  <a:pt x="1723291" y="5294620"/>
                </a:cubicBezTo>
                <a:cubicBezTo>
                  <a:pt x="1765955" y="5318432"/>
                  <a:pt x="1820426" y="5330339"/>
                  <a:pt x="1886704" y="5330339"/>
                </a:cubicBezTo>
                <a:cubicBezTo>
                  <a:pt x="1952188" y="5330339"/>
                  <a:pt x="2007652" y="5316547"/>
                  <a:pt x="2053094" y="5288964"/>
                </a:cubicBezTo>
                <a:cubicBezTo>
                  <a:pt x="2098536" y="5261382"/>
                  <a:pt x="2129194" y="5228540"/>
                  <a:pt x="2145070" y="5190440"/>
                </a:cubicBezTo>
                <a:cubicBezTo>
                  <a:pt x="2160945" y="5152340"/>
                  <a:pt x="2168882" y="5097968"/>
                  <a:pt x="2168882" y="5027325"/>
                </a:cubicBezTo>
                <a:lnTo>
                  <a:pt x="2168882" y="4505235"/>
                </a:lnTo>
                <a:lnTo>
                  <a:pt x="2052797" y="4505235"/>
                </a:lnTo>
                <a:lnTo>
                  <a:pt x="2052797" y="5027325"/>
                </a:lnTo>
                <a:cubicBezTo>
                  <a:pt x="2052797" y="5095587"/>
                  <a:pt x="2039104" y="5141724"/>
                  <a:pt x="2011719" y="5165735"/>
                </a:cubicBezTo>
                <a:cubicBezTo>
                  <a:pt x="1984335" y="5189746"/>
                  <a:pt x="1947823" y="5201751"/>
                  <a:pt x="1902183" y="5201751"/>
                </a:cubicBezTo>
                <a:cubicBezTo>
                  <a:pt x="1862494" y="5201751"/>
                  <a:pt x="1827669" y="5190540"/>
                  <a:pt x="1797705" y="5168116"/>
                </a:cubicBezTo>
                <a:cubicBezTo>
                  <a:pt x="1767741" y="5145693"/>
                  <a:pt x="1752759" y="5098762"/>
                  <a:pt x="1752759" y="5027325"/>
                </a:cubicBezTo>
                <a:lnTo>
                  <a:pt x="1752759" y="4505235"/>
                </a:lnTo>
                <a:close/>
                <a:moveTo>
                  <a:pt x="1090771" y="4505235"/>
                </a:moveTo>
                <a:lnTo>
                  <a:pt x="821094" y="5317837"/>
                </a:lnTo>
                <a:lnTo>
                  <a:pt x="946110" y="5317837"/>
                </a:lnTo>
                <a:lnTo>
                  <a:pt x="1009809" y="5124360"/>
                </a:lnTo>
                <a:lnTo>
                  <a:pt x="1322348" y="5124360"/>
                </a:lnTo>
                <a:lnTo>
                  <a:pt x="1387237" y="5317837"/>
                </a:lnTo>
                <a:lnTo>
                  <a:pt x="1543804" y="5317837"/>
                </a:lnTo>
                <a:lnTo>
                  <a:pt x="1271151" y="4505235"/>
                </a:lnTo>
                <a:close/>
                <a:moveTo>
                  <a:pt x="5194260" y="4492734"/>
                </a:moveTo>
                <a:cubicBezTo>
                  <a:pt x="5091470" y="4492734"/>
                  <a:pt x="5010705" y="4531529"/>
                  <a:pt x="4951968" y="4609117"/>
                </a:cubicBezTo>
                <a:cubicBezTo>
                  <a:pt x="4893230" y="4686707"/>
                  <a:pt x="4863862" y="4787414"/>
                  <a:pt x="4863862" y="4911239"/>
                </a:cubicBezTo>
                <a:cubicBezTo>
                  <a:pt x="4863862" y="4988232"/>
                  <a:pt x="4876363" y="5058678"/>
                  <a:pt x="4901366" y="5122575"/>
                </a:cubicBezTo>
                <a:cubicBezTo>
                  <a:pt x="4926369" y="5186471"/>
                  <a:pt x="4961989" y="5237073"/>
                  <a:pt x="5008224" y="5274379"/>
                </a:cubicBezTo>
                <a:cubicBezTo>
                  <a:pt x="5054460" y="5311686"/>
                  <a:pt x="5114686" y="5330339"/>
                  <a:pt x="5188902" y="5330339"/>
                </a:cubicBezTo>
                <a:cubicBezTo>
                  <a:pt x="5277008" y="5330339"/>
                  <a:pt x="5348148" y="5304046"/>
                  <a:pt x="5402322" y="5251460"/>
                </a:cubicBezTo>
                <a:cubicBezTo>
                  <a:pt x="5456495" y="5198874"/>
                  <a:pt x="5487948" y="5131901"/>
                  <a:pt x="5496678" y="5050542"/>
                </a:cubicBezTo>
                <a:lnTo>
                  <a:pt x="5360948" y="5035659"/>
                </a:lnTo>
                <a:cubicBezTo>
                  <a:pt x="5356978" y="5082490"/>
                  <a:pt x="5339913" y="5122773"/>
                  <a:pt x="5309750" y="5156507"/>
                </a:cubicBezTo>
                <a:cubicBezTo>
                  <a:pt x="5279588" y="5190242"/>
                  <a:pt x="5243076" y="5207109"/>
                  <a:pt x="5200213" y="5207109"/>
                </a:cubicBezTo>
                <a:cubicBezTo>
                  <a:pt x="5146635" y="5207109"/>
                  <a:pt x="5103574" y="5182007"/>
                  <a:pt x="5071030" y="5131802"/>
                </a:cubicBezTo>
                <a:cubicBezTo>
                  <a:pt x="5038486" y="5081597"/>
                  <a:pt x="5022214" y="5007282"/>
                  <a:pt x="5022214" y="4908857"/>
                </a:cubicBezTo>
                <a:cubicBezTo>
                  <a:pt x="5022214" y="4812020"/>
                  <a:pt x="5037395" y="4738102"/>
                  <a:pt x="5067756" y="4687103"/>
                </a:cubicBezTo>
                <a:cubicBezTo>
                  <a:pt x="5098117" y="4636105"/>
                  <a:pt x="5140682" y="4610606"/>
                  <a:pt x="5195450" y="4610606"/>
                </a:cubicBezTo>
                <a:cubicBezTo>
                  <a:pt x="5280778" y="4610606"/>
                  <a:pt x="5335944" y="4671923"/>
                  <a:pt x="5360948" y="4794557"/>
                </a:cubicBezTo>
                <a:lnTo>
                  <a:pt x="5496678" y="4780270"/>
                </a:lnTo>
                <a:cubicBezTo>
                  <a:pt x="5482788" y="4687798"/>
                  <a:pt x="5449054" y="4616757"/>
                  <a:pt x="5395476" y="4567148"/>
                </a:cubicBezTo>
                <a:cubicBezTo>
                  <a:pt x="5341898" y="4517539"/>
                  <a:pt x="5274826" y="4492734"/>
                  <a:pt x="5194260" y="4492734"/>
                </a:cubicBezTo>
                <a:close/>
                <a:moveTo>
                  <a:pt x="1164590" y="3187214"/>
                </a:moveTo>
                <a:lnTo>
                  <a:pt x="1283057" y="3549759"/>
                </a:lnTo>
                <a:lnTo>
                  <a:pt x="1046123" y="3549759"/>
                </a:lnTo>
                <a:close/>
                <a:moveTo>
                  <a:pt x="2576672" y="3163402"/>
                </a:moveTo>
                <a:lnTo>
                  <a:pt x="2715974" y="3163402"/>
                </a:lnTo>
                <a:cubicBezTo>
                  <a:pt x="2781458" y="3163402"/>
                  <a:pt x="2834144" y="3190885"/>
                  <a:pt x="2874030" y="3245852"/>
                </a:cubicBezTo>
                <a:cubicBezTo>
                  <a:pt x="2913915" y="3300820"/>
                  <a:pt x="2933858" y="3367990"/>
                  <a:pt x="2933858" y="3447365"/>
                </a:cubicBezTo>
                <a:cubicBezTo>
                  <a:pt x="2933858" y="3544600"/>
                  <a:pt x="2911038" y="3617823"/>
                  <a:pt x="2865397" y="3667035"/>
                </a:cubicBezTo>
                <a:cubicBezTo>
                  <a:pt x="2819758" y="3716248"/>
                  <a:pt x="2764194" y="3740854"/>
                  <a:pt x="2698710" y="3740854"/>
                </a:cubicBezTo>
                <a:lnTo>
                  <a:pt x="2576672" y="3740854"/>
                </a:lnTo>
                <a:close/>
                <a:moveTo>
                  <a:pt x="2426058" y="3047911"/>
                </a:moveTo>
                <a:lnTo>
                  <a:pt x="2426058" y="3860512"/>
                </a:lnTo>
                <a:lnTo>
                  <a:pt x="2692757" y="3860512"/>
                </a:lnTo>
                <a:cubicBezTo>
                  <a:pt x="2821344" y="3860512"/>
                  <a:pt x="2920166" y="3821817"/>
                  <a:pt x="2989222" y="3744426"/>
                </a:cubicBezTo>
                <a:cubicBezTo>
                  <a:pt x="3058279" y="3667035"/>
                  <a:pt x="3092808" y="3570793"/>
                  <a:pt x="3092808" y="3455700"/>
                </a:cubicBezTo>
                <a:cubicBezTo>
                  <a:pt x="3092808" y="3340606"/>
                  <a:pt x="3059271" y="3243868"/>
                  <a:pt x="2992199" y="3165485"/>
                </a:cubicBezTo>
                <a:cubicBezTo>
                  <a:pt x="2925127" y="3087102"/>
                  <a:pt x="2836227" y="3047911"/>
                  <a:pt x="2725499" y="3047911"/>
                </a:cubicBezTo>
                <a:close/>
                <a:moveTo>
                  <a:pt x="1639649" y="3047911"/>
                </a:moveTo>
                <a:lnTo>
                  <a:pt x="1639649" y="3860512"/>
                </a:lnTo>
                <a:lnTo>
                  <a:pt x="1757521" y="3860512"/>
                </a:lnTo>
                <a:lnTo>
                  <a:pt x="1757521" y="3265200"/>
                </a:lnTo>
                <a:cubicBezTo>
                  <a:pt x="1767443" y="3282266"/>
                  <a:pt x="1774785" y="3294767"/>
                  <a:pt x="1779548" y="3302705"/>
                </a:cubicBezTo>
                <a:cubicBezTo>
                  <a:pt x="1790263" y="3320564"/>
                  <a:pt x="1798002" y="3333462"/>
                  <a:pt x="1802765" y="3341400"/>
                </a:cubicBezTo>
                <a:lnTo>
                  <a:pt x="2111137" y="3860512"/>
                </a:lnTo>
                <a:lnTo>
                  <a:pt x="2253416" y="3860512"/>
                </a:lnTo>
                <a:lnTo>
                  <a:pt x="2253416" y="3047911"/>
                </a:lnTo>
                <a:lnTo>
                  <a:pt x="2137926" y="3047911"/>
                </a:lnTo>
                <a:lnTo>
                  <a:pt x="2137926" y="3614053"/>
                </a:lnTo>
                <a:cubicBezTo>
                  <a:pt x="2105779" y="3559681"/>
                  <a:pt x="2088515" y="3530511"/>
                  <a:pt x="2086134" y="3526542"/>
                </a:cubicBezTo>
                <a:lnTo>
                  <a:pt x="1801574" y="3047911"/>
                </a:lnTo>
                <a:close/>
                <a:moveTo>
                  <a:pt x="1090771" y="3047911"/>
                </a:moveTo>
                <a:lnTo>
                  <a:pt x="821094" y="3860512"/>
                </a:lnTo>
                <a:lnTo>
                  <a:pt x="946110" y="3860512"/>
                </a:lnTo>
                <a:lnTo>
                  <a:pt x="1009809" y="3667035"/>
                </a:lnTo>
                <a:lnTo>
                  <a:pt x="1322348" y="3667035"/>
                </a:lnTo>
                <a:lnTo>
                  <a:pt x="1387237" y="3860512"/>
                </a:lnTo>
                <a:lnTo>
                  <a:pt x="1543804" y="3860512"/>
                </a:lnTo>
                <a:lnTo>
                  <a:pt x="1271151" y="3047911"/>
                </a:lnTo>
                <a:close/>
                <a:moveTo>
                  <a:pt x="3281521" y="1697742"/>
                </a:moveTo>
                <a:lnTo>
                  <a:pt x="3475593" y="1697742"/>
                </a:lnTo>
                <a:cubicBezTo>
                  <a:pt x="3521233" y="1697742"/>
                  <a:pt x="3556754" y="1708755"/>
                  <a:pt x="3582154" y="1730782"/>
                </a:cubicBezTo>
                <a:cubicBezTo>
                  <a:pt x="3607554" y="1752808"/>
                  <a:pt x="3620254" y="1781681"/>
                  <a:pt x="3620254" y="1817400"/>
                </a:cubicBezTo>
                <a:cubicBezTo>
                  <a:pt x="3620254" y="1856294"/>
                  <a:pt x="3607355" y="1886853"/>
                  <a:pt x="3581558" y="1909078"/>
                </a:cubicBezTo>
                <a:cubicBezTo>
                  <a:pt x="3555761" y="1931303"/>
                  <a:pt x="3516472" y="1942416"/>
                  <a:pt x="3463687" y="1942416"/>
                </a:cubicBezTo>
                <a:lnTo>
                  <a:pt x="3281521" y="1942416"/>
                </a:lnTo>
                <a:close/>
                <a:moveTo>
                  <a:pt x="3916124" y="1581061"/>
                </a:moveTo>
                <a:lnTo>
                  <a:pt x="3916124" y="2393662"/>
                </a:lnTo>
                <a:lnTo>
                  <a:pt x="4444166" y="2393662"/>
                </a:lnTo>
                <a:lnTo>
                  <a:pt x="4444166" y="2267456"/>
                </a:lnTo>
                <a:lnTo>
                  <a:pt x="4062571" y="2267456"/>
                </a:lnTo>
                <a:lnTo>
                  <a:pt x="4062571" y="2040047"/>
                </a:lnTo>
                <a:lnTo>
                  <a:pt x="4364990" y="2040047"/>
                </a:lnTo>
                <a:lnTo>
                  <a:pt x="4364990" y="1922175"/>
                </a:lnTo>
                <a:lnTo>
                  <a:pt x="4062571" y="1922175"/>
                </a:lnTo>
                <a:lnTo>
                  <a:pt x="4062571" y="1701909"/>
                </a:lnTo>
                <a:lnTo>
                  <a:pt x="4438808" y="1701909"/>
                </a:lnTo>
                <a:lnTo>
                  <a:pt x="4438808" y="1581061"/>
                </a:lnTo>
                <a:close/>
                <a:moveTo>
                  <a:pt x="3135074" y="1581061"/>
                </a:moveTo>
                <a:lnTo>
                  <a:pt x="3135074" y="2393662"/>
                </a:lnTo>
                <a:lnTo>
                  <a:pt x="3281521" y="2393662"/>
                </a:lnTo>
                <a:lnTo>
                  <a:pt x="3281521" y="2059692"/>
                </a:lnTo>
                <a:lnTo>
                  <a:pt x="3487499" y="2059692"/>
                </a:lnTo>
                <a:lnTo>
                  <a:pt x="3613705" y="2393662"/>
                </a:lnTo>
                <a:lnTo>
                  <a:pt x="3768486" y="2393662"/>
                </a:lnTo>
                <a:lnTo>
                  <a:pt x="3626207" y="2034689"/>
                </a:lnTo>
                <a:cubicBezTo>
                  <a:pt x="3723838" y="1995398"/>
                  <a:pt x="3772654" y="1923564"/>
                  <a:pt x="3772654" y="1819186"/>
                </a:cubicBezTo>
                <a:cubicBezTo>
                  <a:pt x="3772654" y="1748939"/>
                  <a:pt x="3749635" y="1691690"/>
                  <a:pt x="3703597" y="1647438"/>
                </a:cubicBezTo>
                <a:cubicBezTo>
                  <a:pt x="3657560" y="1603187"/>
                  <a:pt x="3585527" y="1581061"/>
                  <a:pt x="3487499" y="1581061"/>
                </a:cubicBezTo>
                <a:close/>
                <a:moveTo>
                  <a:pt x="2344499" y="1581061"/>
                </a:moveTo>
                <a:lnTo>
                  <a:pt x="2344499" y="2393662"/>
                </a:lnTo>
                <a:lnTo>
                  <a:pt x="2462371" y="2393662"/>
                </a:lnTo>
                <a:lnTo>
                  <a:pt x="2462371" y="1798350"/>
                </a:lnTo>
                <a:cubicBezTo>
                  <a:pt x="2472293" y="1815415"/>
                  <a:pt x="2479635" y="1827917"/>
                  <a:pt x="2484398" y="1835855"/>
                </a:cubicBezTo>
                <a:cubicBezTo>
                  <a:pt x="2495113" y="1853714"/>
                  <a:pt x="2502852" y="1866612"/>
                  <a:pt x="2507615" y="1874550"/>
                </a:cubicBezTo>
                <a:lnTo>
                  <a:pt x="2815987" y="2393662"/>
                </a:lnTo>
                <a:lnTo>
                  <a:pt x="2958266" y="2393662"/>
                </a:lnTo>
                <a:lnTo>
                  <a:pt x="2958266" y="1581061"/>
                </a:lnTo>
                <a:lnTo>
                  <a:pt x="2842776" y="1581061"/>
                </a:lnTo>
                <a:lnTo>
                  <a:pt x="2842776" y="2147203"/>
                </a:lnTo>
                <a:cubicBezTo>
                  <a:pt x="2810629" y="2092831"/>
                  <a:pt x="2793365" y="2063661"/>
                  <a:pt x="2790983" y="2059692"/>
                </a:cubicBezTo>
                <a:lnTo>
                  <a:pt x="2506424" y="1581061"/>
                </a:lnTo>
                <a:close/>
                <a:moveTo>
                  <a:pt x="1687274" y="1581061"/>
                </a:moveTo>
                <a:lnTo>
                  <a:pt x="1687274" y="2393662"/>
                </a:lnTo>
                <a:lnTo>
                  <a:pt x="2215316" y="2393662"/>
                </a:lnTo>
                <a:lnTo>
                  <a:pt x="2215316" y="2267456"/>
                </a:lnTo>
                <a:lnTo>
                  <a:pt x="1833721" y="2267456"/>
                </a:lnTo>
                <a:lnTo>
                  <a:pt x="1833721" y="2040047"/>
                </a:lnTo>
                <a:lnTo>
                  <a:pt x="2136140" y="2040047"/>
                </a:lnTo>
                <a:lnTo>
                  <a:pt x="2136140" y="1922175"/>
                </a:lnTo>
                <a:lnTo>
                  <a:pt x="1833721" y="1922175"/>
                </a:lnTo>
                <a:lnTo>
                  <a:pt x="1833721" y="1701909"/>
                </a:lnTo>
                <a:lnTo>
                  <a:pt x="2209958" y="1701909"/>
                </a:lnTo>
                <a:lnTo>
                  <a:pt x="2209958" y="1581061"/>
                </a:lnTo>
                <a:close/>
                <a:moveTo>
                  <a:pt x="1211024" y="1568559"/>
                </a:moveTo>
                <a:cubicBezTo>
                  <a:pt x="1101487" y="1568559"/>
                  <a:pt x="1016258" y="1609140"/>
                  <a:pt x="955338" y="1690301"/>
                </a:cubicBezTo>
                <a:cubicBezTo>
                  <a:pt x="894417" y="1771462"/>
                  <a:pt x="863957" y="1870581"/>
                  <a:pt x="863957" y="1987659"/>
                </a:cubicBezTo>
                <a:cubicBezTo>
                  <a:pt x="863957" y="2098387"/>
                  <a:pt x="891242" y="2195820"/>
                  <a:pt x="945812" y="2279958"/>
                </a:cubicBezTo>
                <a:cubicBezTo>
                  <a:pt x="1000383" y="2364095"/>
                  <a:pt x="1083032" y="2406164"/>
                  <a:pt x="1193760" y="2406164"/>
                </a:cubicBezTo>
                <a:cubicBezTo>
                  <a:pt x="1292979" y="2406164"/>
                  <a:pt x="1366203" y="2365484"/>
                  <a:pt x="1413430" y="2284125"/>
                </a:cubicBezTo>
                <a:lnTo>
                  <a:pt x="1458079" y="2393662"/>
                </a:lnTo>
                <a:lnTo>
                  <a:pt x="1522968" y="2393662"/>
                </a:lnTo>
                <a:lnTo>
                  <a:pt x="1522968" y="1978134"/>
                </a:lnTo>
                <a:lnTo>
                  <a:pt x="1217573" y="1978134"/>
                </a:lnTo>
                <a:lnTo>
                  <a:pt x="1217573" y="2096006"/>
                </a:lnTo>
                <a:lnTo>
                  <a:pt x="1385451" y="2096006"/>
                </a:lnTo>
                <a:cubicBezTo>
                  <a:pt x="1385451" y="2152759"/>
                  <a:pt x="1369080" y="2198400"/>
                  <a:pt x="1336338" y="2232928"/>
                </a:cubicBezTo>
                <a:cubicBezTo>
                  <a:pt x="1303596" y="2267456"/>
                  <a:pt x="1262221" y="2284720"/>
                  <a:pt x="1212215" y="2284720"/>
                </a:cubicBezTo>
                <a:cubicBezTo>
                  <a:pt x="1083627" y="2284720"/>
                  <a:pt x="1019334" y="2182128"/>
                  <a:pt x="1019334" y="1976944"/>
                </a:cubicBezTo>
                <a:cubicBezTo>
                  <a:pt x="1019334" y="1879709"/>
                  <a:pt x="1037491" y="1807676"/>
                  <a:pt x="1073805" y="1760845"/>
                </a:cubicBezTo>
                <a:cubicBezTo>
                  <a:pt x="1110119" y="1714014"/>
                  <a:pt x="1157049" y="1690598"/>
                  <a:pt x="1214596" y="1690598"/>
                </a:cubicBezTo>
                <a:cubicBezTo>
                  <a:pt x="1304687" y="1690598"/>
                  <a:pt x="1361638" y="1740207"/>
                  <a:pt x="1385451" y="1839426"/>
                </a:cubicBezTo>
                <a:lnTo>
                  <a:pt x="1512848" y="1816805"/>
                </a:lnTo>
                <a:cubicBezTo>
                  <a:pt x="1498957" y="1746161"/>
                  <a:pt x="1465619" y="1687126"/>
                  <a:pt x="1412835" y="1639699"/>
                </a:cubicBezTo>
                <a:cubicBezTo>
                  <a:pt x="1360051" y="1592273"/>
                  <a:pt x="1292780" y="1568559"/>
                  <a:pt x="1211024" y="1568559"/>
                </a:cubicBezTo>
                <a:close/>
                <a:moveTo>
                  <a:pt x="6664373" y="1325781"/>
                </a:moveTo>
                <a:lnTo>
                  <a:pt x="6664373" y="5532217"/>
                </a:lnTo>
                <a:lnTo>
                  <a:pt x="6796349" y="5532217"/>
                </a:lnTo>
                <a:lnTo>
                  <a:pt x="6796349" y="1325781"/>
                </a:lnTo>
                <a:close/>
                <a:moveTo>
                  <a:pt x="0" y="0"/>
                </a:moveTo>
                <a:lnTo>
                  <a:pt x="12192000" y="0"/>
                </a:lnTo>
                <a:lnTo>
                  <a:pt x="12192000" y="6858000"/>
                </a:lnTo>
                <a:lnTo>
                  <a:pt x="0" y="6858000"/>
                </a:lnTo>
                <a:close/>
              </a:path>
            </a:pathLst>
          </a:custGeom>
          <a:solidFill>
            <a:srgbClr val="6B7C7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TextBox 6">
            <a:extLst>
              <a:ext uri="{FF2B5EF4-FFF2-40B4-BE49-F238E27FC236}">
                <a16:creationId xmlns:a16="http://schemas.microsoft.com/office/drawing/2014/main" id="{1FC668CF-17BA-A97A-5CA3-FE2E46D912DF}"/>
              </a:ext>
            </a:extLst>
          </p:cNvPr>
          <p:cNvSpPr txBox="1"/>
          <p:nvPr/>
        </p:nvSpPr>
        <p:spPr>
          <a:xfrm>
            <a:off x="12540343" y="1097592"/>
            <a:ext cx="4501751" cy="4662815"/>
          </a:xfrm>
          <a:prstGeom prst="rect">
            <a:avLst/>
          </a:prstGeom>
          <a:noFill/>
        </p:spPr>
        <p:txBody>
          <a:bodyPr wrap="square" rtlCol="0">
            <a:spAutoFit/>
          </a:bodyPr>
          <a:lstStyle/>
          <a:p>
            <a:r>
              <a:rPr lang="en-GB" dirty="0">
                <a:solidFill>
                  <a:schemeClr val="bg1">
                    <a:lumMod val="65000"/>
                  </a:schemeClr>
                </a:solidFill>
                <a:latin typeface="Arial" panose="020B0604020202020204" pitchFamily="34" charset="0"/>
                <a:cs typeface="Arial" panose="020B0604020202020204" pitchFamily="34" charset="0"/>
              </a:rPr>
              <a:t>Primary Genre –</a:t>
            </a:r>
          </a:p>
          <a:p>
            <a:r>
              <a:rPr lang="en-GB" sz="1500" dirty="0">
                <a:solidFill>
                  <a:schemeClr val="bg1">
                    <a:lumMod val="65000"/>
                  </a:schemeClr>
                </a:solidFill>
                <a:latin typeface="Arial" panose="020B0604020202020204" pitchFamily="34" charset="0"/>
                <a:cs typeface="Arial" panose="020B0604020202020204" pitchFamily="34" charset="0"/>
              </a:rPr>
              <a:t>The Radio Tower is a psychological horror game focusing on the inner depths of childhood trauma and negligence. </a:t>
            </a:r>
          </a:p>
          <a:p>
            <a:endParaRPr lang="en-GB" sz="1500" dirty="0">
              <a:solidFill>
                <a:schemeClr val="bg1">
                  <a:lumMod val="65000"/>
                </a:schemeClr>
              </a:solidFill>
              <a:latin typeface="Arial" panose="020B0604020202020204" pitchFamily="34" charset="0"/>
              <a:cs typeface="Arial" panose="020B0604020202020204" pitchFamily="34" charset="0"/>
            </a:endParaRPr>
          </a:p>
          <a:p>
            <a:r>
              <a:rPr lang="en-GB" dirty="0">
                <a:solidFill>
                  <a:schemeClr val="bg1">
                    <a:lumMod val="65000"/>
                  </a:schemeClr>
                </a:solidFill>
                <a:latin typeface="Arial" panose="020B0604020202020204" pitchFamily="34" charset="0"/>
                <a:cs typeface="Arial" panose="020B0604020202020204" pitchFamily="34" charset="0"/>
              </a:rPr>
              <a:t>Subgenre –</a:t>
            </a:r>
          </a:p>
          <a:p>
            <a:r>
              <a:rPr lang="en-GB" sz="1500" dirty="0">
                <a:solidFill>
                  <a:schemeClr val="bg1">
                    <a:lumMod val="65000"/>
                  </a:schemeClr>
                </a:solidFill>
                <a:latin typeface="Arial" panose="020B0604020202020204" pitchFamily="34" charset="0"/>
                <a:cs typeface="Arial" panose="020B0604020202020204" pitchFamily="34" charset="0"/>
              </a:rPr>
              <a:t>Despite being narrative driven the game also features puzzle-solving and survival mechanics.</a:t>
            </a:r>
          </a:p>
          <a:p>
            <a:endParaRPr lang="en-GB" sz="1500" dirty="0">
              <a:solidFill>
                <a:schemeClr val="bg1">
                  <a:lumMod val="65000"/>
                </a:schemeClr>
              </a:solidFill>
              <a:latin typeface="Arial" panose="020B0604020202020204" pitchFamily="34" charset="0"/>
              <a:cs typeface="Arial" panose="020B0604020202020204" pitchFamily="34" charset="0"/>
            </a:endParaRPr>
          </a:p>
          <a:p>
            <a:r>
              <a:rPr lang="en-GB" dirty="0">
                <a:solidFill>
                  <a:schemeClr val="bg1">
                    <a:lumMod val="65000"/>
                  </a:schemeClr>
                </a:solidFill>
                <a:latin typeface="Arial" panose="020B0604020202020204" pitchFamily="34" charset="0"/>
                <a:cs typeface="Arial" panose="020B0604020202020204" pitchFamily="34" charset="0"/>
              </a:rPr>
              <a:t>Core Player Experience –</a:t>
            </a:r>
          </a:p>
          <a:p>
            <a:r>
              <a:rPr lang="en-GB" sz="1500" dirty="0">
                <a:solidFill>
                  <a:schemeClr val="bg1">
                    <a:lumMod val="65000"/>
                  </a:schemeClr>
                </a:solidFill>
                <a:latin typeface="Arial" panose="020B0604020202020204" pitchFamily="34" charset="0"/>
                <a:cs typeface="Arial" panose="020B0604020202020204" pitchFamily="34" charset="0"/>
              </a:rPr>
              <a:t>When players are exploring the games environments, they will be feeling isolated, tense and vulnerable whilst still gaining satisfaction from solving brainteasers. </a:t>
            </a:r>
          </a:p>
          <a:p>
            <a:endParaRPr lang="en-GB" sz="1500" dirty="0">
              <a:solidFill>
                <a:schemeClr val="bg1">
                  <a:lumMod val="65000"/>
                </a:schemeClr>
              </a:solidFill>
              <a:latin typeface="Arial" panose="020B0604020202020204" pitchFamily="34" charset="0"/>
              <a:cs typeface="Arial" panose="020B0604020202020204" pitchFamily="34" charset="0"/>
            </a:endParaRPr>
          </a:p>
          <a:p>
            <a:r>
              <a:rPr lang="en-GB" dirty="0">
                <a:solidFill>
                  <a:schemeClr val="bg1">
                    <a:lumMod val="65000"/>
                  </a:schemeClr>
                </a:solidFill>
                <a:latin typeface="Arial" panose="020B0604020202020204" pitchFamily="34" charset="0"/>
                <a:cs typeface="Arial" panose="020B0604020202020204" pitchFamily="34" charset="0"/>
              </a:rPr>
              <a:t>Game-Defining Gameplay –</a:t>
            </a:r>
          </a:p>
          <a:p>
            <a:r>
              <a:rPr lang="en-GB" sz="1500" dirty="0">
                <a:solidFill>
                  <a:schemeClr val="bg1">
                    <a:lumMod val="65000"/>
                  </a:schemeClr>
                </a:solidFill>
                <a:latin typeface="Arial" panose="020B0604020202020204" pitchFamily="34" charset="0"/>
                <a:cs typeface="Arial" panose="020B0604020202020204" pitchFamily="34" charset="0"/>
              </a:rPr>
              <a:t>The player will explore locations whilst solving puzzles, encountering enemies and uncovering the overall narrative. </a:t>
            </a:r>
          </a:p>
        </p:txBody>
      </p:sp>
    </p:spTree>
    <p:extLst>
      <p:ext uri="{BB962C8B-B14F-4D97-AF65-F5344CB8AC3E}">
        <p14:creationId xmlns:p14="http://schemas.microsoft.com/office/powerpoint/2010/main" val="17838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F5745-D64D-C863-5111-3C8BDEFEB8A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1241B3-52C0-95F9-C8F8-10E44BBB66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8857" y="-919238"/>
            <a:ext cx="11665857" cy="7777238"/>
          </a:xfrm>
          <a:prstGeom prst="rect">
            <a:avLst/>
          </a:prstGeom>
        </p:spPr>
      </p:pic>
      <p:sp>
        <p:nvSpPr>
          <p:cNvPr id="8" name="Freeform: Shape 7">
            <a:extLst>
              <a:ext uri="{FF2B5EF4-FFF2-40B4-BE49-F238E27FC236}">
                <a16:creationId xmlns:a16="http://schemas.microsoft.com/office/drawing/2014/main" id="{29EDD930-E21A-DE4C-30DB-A180B96D91B2}"/>
              </a:ext>
            </a:extLst>
          </p:cNvPr>
          <p:cNvSpPr/>
          <p:nvPr/>
        </p:nvSpPr>
        <p:spPr>
          <a:xfrm>
            <a:off x="-537029" y="-774095"/>
            <a:ext cx="13759543" cy="7915124"/>
          </a:xfrm>
          <a:custGeom>
            <a:avLst/>
            <a:gdLst/>
            <a:ahLst/>
            <a:cxnLst/>
            <a:rect l="l" t="t" r="r" b="b"/>
            <a:pathLst>
              <a:path w="12192000" h="6858000">
                <a:moveTo>
                  <a:pt x="1164590" y="4644539"/>
                </a:moveTo>
                <a:lnTo>
                  <a:pt x="1283058" y="5007084"/>
                </a:lnTo>
                <a:lnTo>
                  <a:pt x="1046123" y="5007084"/>
                </a:lnTo>
                <a:close/>
                <a:moveTo>
                  <a:pt x="2481422" y="4620726"/>
                </a:moveTo>
                <a:lnTo>
                  <a:pt x="2620724" y="4620726"/>
                </a:lnTo>
                <a:cubicBezTo>
                  <a:pt x="2686209" y="4620726"/>
                  <a:pt x="2738894" y="4648210"/>
                  <a:pt x="2778780" y="4703177"/>
                </a:cubicBezTo>
                <a:cubicBezTo>
                  <a:pt x="2818666" y="4758144"/>
                  <a:pt x="2838609" y="4825315"/>
                  <a:pt x="2838609" y="4904690"/>
                </a:cubicBezTo>
                <a:cubicBezTo>
                  <a:pt x="2838609" y="5001925"/>
                  <a:pt x="2815788" y="5075148"/>
                  <a:pt x="2770148" y="5124360"/>
                </a:cubicBezTo>
                <a:cubicBezTo>
                  <a:pt x="2724508" y="5173573"/>
                  <a:pt x="2668945" y="5198179"/>
                  <a:pt x="2603460" y="5198179"/>
                </a:cubicBezTo>
                <a:lnTo>
                  <a:pt x="2481422" y="5198179"/>
                </a:lnTo>
                <a:close/>
                <a:moveTo>
                  <a:pt x="5611574" y="4505235"/>
                </a:moveTo>
                <a:lnTo>
                  <a:pt x="5611574" y="5317837"/>
                </a:lnTo>
                <a:lnTo>
                  <a:pt x="6139616" y="5317837"/>
                </a:lnTo>
                <a:lnTo>
                  <a:pt x="6139616" y="5191631"/>
                </a:lnTo>
                <a:lnTo>
                  <a:pt x="5758020" y="5191631"/>
                </a:lnTo>
                <a:lnTo>
                  <a:pt x="5758020" y="4964221"/>
                </a:lnTo>
                <a:lnTo>
                  <a:pt x="6060440" y="4964221"/>
                </a:lnTo>
                <a:lnTo>
                  <a:pt x="6060440" y="4846350"/>
                </a:lnTo>
                <a:lnTo>
                  <a:pt x="5758020" y="4846350"/>
                </a:lnTo>
                <a:lnTo>
                  <a:pt x="5758020" y="4626084"/>
                </a:lnTo>
                <a:lnTo>
                  <a:pt x="6134258" y="4626084"/>
                </a:lnTo>
                <a:lnTo>
                  <a:pt x="6134258" y="4505235"/>
                </a:lnTo>
                <a:close/>
                <a:moveTo>
                  <a:pt x="4116149" y="4505235"/>
                </a:moveTo>
                <a:lnTo>
                  <a:pt x="4116149" y="5317837"/>
                </a:lnTo>
                <a:lnTo>
                  <a:pt x="4234021" y="5317837"/>
                </a:lnTo>
                <a:lnTo>
                  <a:pt x="4234021" y="4722525"/>
                </a:lnTo>
                <a:cubicBezTo>
                  <a:pt x="4243942" y="4739590"/>
                  <a:pt x="4251285" y="4752092"/>
                  <a:pt x="4256047" y="4760029"/>
                </a:cubicBezTo>
                <a:cubicBezTo>
                  <a:pt x="4266763" y="4777889"/>
                  <a:pt x="4274502" y="4790787"/>
                  <a:pt x="4279264" y="4798725"/>
                </a:cubicBezTo>
                <a:lnTo>
                  <a:pt x="4587636" y="5317837"/>
                </a:lnTo>
                <a:lnTo>
                  <a:pt x="4729916" y="5317837"/>
                </a:lnTo>
                <a:lnTo>
                  <a:pt x="4729916" y="4505235"/>
                </a:lnTo>
                <a:lnTo>
                  <a:pt x="4614426" y="4505235"/>
                </a:lnTo>
                <a:lnTo>
                  <a:pt x="4614426" y="5071378"/>
                </a:lnTo>
                <a:cubicBezTo>
                  <a:pt x="4582278" y="5017006"/>
                  <a:pt x="4565014" y="4987836"/>
                  <a:pt x="4562633" y="4983867"/>
                </a:cubicBezTo>
                <a:lnTo>
                  <a:pt x="4278074" y="4505235"/>
                </a:lnTo>
                <a:close/>
                <a:moveTo>
                  <a:pt x="3458924" y="4505235"/>
                </a:moveTo>
                <a:lnTo>
                  <a:pt x="3458924" y="5317837"/>
                </a:lnTo>
                <a:lnTo>
                  <a:pt x="3986966" y="5317837"/>
                </a:lnTo>
                <a:lnTo>
                  <a:pt x="3986966" y="5191631"/>
                </a:lnTo>
                <a:lnTo>
                  <a:pt x="3605371" y="5191631"/>
                </a:lnTo>
                <a:lnTo>
                  <a:pt x="3605371" y="4964221"/>
                </a:lnTo>
                <a:lnTo>
                  <a:pt x="3907790" y="4964221"/>
                </a:lnTo>
                <a:lnTo>
                  <a:pt x="3907790" y="4846350"/>
                </a:lnTo>
                <a:lnTo>
                  <a:pt x="3605371" y="4846350"/>
                </a:lnTo>
                <a:lnTo>
                  <a:pt x="3605371" y="4626084"/>
                </a:lnTo>
                <a:lnTo>
                  <a:pt x="3981608" y="4626084"/>
                </a:lnTo>
                <a:lnTo>
                  <a:pt x="3981608" y="4505235"/>
                </a:lnTo>
                <a:close/>
                <a:moveTo>
                  <a:pt x="3135074" y="4505235"/>
                </a:moveTo>
                <a:lnTo>
                  <a:pt x="3135074" y="5317837"/>
                </a:lnTo>
                <a:lnTo>
                  <a:pt x="3281521" y="5317837"/>
                </a:lnTo>
                <a:lnTo>
                  <a:pt x="3281521" y="4505235"/>
                </a:lnTo>
                <a:close/>
                <a:moveTo>
                  <a:pt x="2330808" y="4505235"/>
                </a:moveTo>
                <a:lnTo>
                  <a:pt x="2330808" y="5317837"/>
                </a:lnTo>
                <a:lnTo>
                  <a:pt x="2597507" y="5317837"/>
                </a:lnTo>
                <a:cubicBezTo>
                  <a:pt x="2726095" y="5317837"/>
                  <a:pt x="2824916" y="5279142"/>
                  <a:pt x="2893973" y="5201751"/>
                </a:cubicBezTo>
                <a:cubicBezTo>
                  <a:pt x="2963029" y="5124360"/>
                  <a:pt x="2997558" y="5028118"/>
                  <a:pt x="2997558" y="4913025"/>
                </a:cubicBezTo>
                <a:cubicBezTo>
                  <a:pt x="2997558" y="4797931"/>
                  <a:pt x="2964021" y="4701193"/>
                  <a:pt x="2896949" y="4622810"/>
                </a:cubicBezTo>
                <a:cubicBezTo>
                  <a:pt x="2829877" y="4544427"/>
                  <a:pt x="2740977" y="4505235"/>
                  <a:pt x="2630249" y="4505235"/>
                </a:cubicBezTo>
                <a:close/>
                <a:moveTo>
                  <a:pt x="1603335" y="4505235"/>
                </a:moveTo>
                <a:lnTo>
                  <a:pt x="1603335" y="5038040"/>
                </a:lnTo>
                <a:cubicBezTo>
                  <a:pt x="1603335" y="5102334"/>
                  <a:pt x="1612662" y="5155218"/>
                  <a:pt x="1631315" y="5196691"/>
                </a:cubicBezTo>
                <a:cubicBezTo>
                  <a:pt x="1649968" y="5238165"/>
                  <a:pt x="1680627" y="5270807"/>
                  <a:pt x="1723291" y="5294620"/>
                </a:cubicBezTo>
                <a:cubicBezTo>
                  <a:pt x="1765955" y="5318432"/>
                  <a:pt x="1820426" y="5330339"/>
                  <a:pt x="1886704" y="5330339"/>
                </a:cubicBezTo>
                <a:cubicBezTo>
                  <a:pt x="1952188" y="5330339"/>
                  <a:pt x="2007652" y="5316547"/>
                  <a:pt x="2053094" y="5288964"/>
                </a:cubicBezTo>
                <a:cubicBezTo>
                  <a:pt x="2098536" y="5261382"/>
                  <a:pt x="2129194" y="5228540"/>
                  <a:pt x="2145070" y="5190440"/>
                </a:cubicBezTo>
                <a:cubicBezTo>
                  <a:pt x="2160945" y="5152340"/>
                  <a:pt x="2168882" y="5097968"/>
                  <a:pt x="2168882" y="5027325"/>
                </a:cubicBezTo>
                <a:lnTo>
                  <a:pt x="2168882" y="4505235"/>
                </a:lnTo>
                <a:lnTo>
                  <a:pt x="2052797" y="4505235"/>
                </a:lnTo>
                <a:lnTo>
                  <a:pt x="2052797" y="5027325"/>
                </a:lnTo>
                <a:cubicBezTo>
                  <a:pt x="2052797" y="5095587"/>
                  <a:pt x="2039104" y="5141724"/>
                  <a:pt x="2011719" y="5165735"/>
                </a:cubicBezTo>
                <a:cubicBezTo>
                  <a:pt x="1984335" y="5189746"/>
                  <a:pt x="1947823" y="5201751"/>
                  <a:pt x="1902183" y="5201751"/>
                </a:cubicBezTo>
                <a:cubicBezTo>
                  <a:pt x="1862494" y="5201751"/>
                  <a:pt x="1827669" y="5190540"/>
                  <a:pt x="1797705" y="5168116"/>
                </a:cubicBezTo>
                <a:cubicBezTo>
                  <a:pt x="1767741" y="5145693"/>
                  <a:pt x="1752759" y="5098762"/>
                  <a:pt x="1752759" y="5027325"/>
                </a:cubicBezTo>
                <a:lnTo>
                  <a:pt x="1752759" y="4505235"/>
                </a:lnTo>
                <a:close/>
                <a:moveTo>
                  <a:pt x="1090771" y="4505235"/>
                </a:moveTo>
                <a:lnTo>
                  <a:pt x="821094" y="5317837"/>
                </a:lnTo>
                <a:lnTo>
                  <a:pt x="946110" y="5317837"/>
                </a:lnTo>
                <a:lnTo>
                  <a:pt x="1009809" y="5124360"/>
                </a:lnTo>
                <a:lnTo>
                  <a:pt x="1322348" y="5124360"/>
                </a:lnTo>
                <a:lnTo>
                  <a:pt x="1387237" y="5317837"/>
                </a:lnTo>
                <a:lnTo>
                  <a:pt x="1543804" y="5317837"/>
                </a:lnTo>
                <a:lnTo>
                  <a:pt x="1271151" y="4505235"/>
                </a:lnTo>
                <a:close/>
                <a:moveTo>
                  <a:pt x="5194260" y="4492734"/>
                </a:moveTo>
                <a:cubicBezTo>
                  <a:pt x="5091470" y="4492734"/>
                  <a:pt x="5010705" y="4531529"/>
                  <a:pt x="4951968" y="4609117"/>
                </a:cubicBezTo>
                <a:cubicBezTo>
                  <a:pt x="4893230" y="4686707"/>
                  <a:pt x="4863862" y="4787414"/>
                  <a:pt x="4863862" y="4911239"/>
                </a:cubicBezTo>
                <a:cubicBezTo>
                  <a:pt x="4863862" y="4988232"/>
                  <a:pt x="4876363" y="5058678"/>
                  <a:pt x="4901366" y="5122575"/>
                </a:cubicBezTo>
                <a:cubicBezTo>
                  <a:pt x="4926369" y="5186471"/>
                  <a:pt x="4961989" y="5237073"/>
                  <a:pt x="5008224" y="5274379"/>
                </a:cubicBezTo>
                <a:cubicBezTo>
                  <a:pt x="5054460" y="5311686"/>
                  <a:pt x="5114686" y="5330339"/>
                  <a:pt x="5188902" y="5330339"/>
                </a:cubicBezTo>
                <a:cubicBezTo>
                  <a:pt x="5277008" y="5330339"/>
                  <a:pt x="5348148" y="5304046"/>
                  <a:pt x="5402322" y="5251460"/>
                </a:cubicBezTo>
                <a:cubicBezTo>
                  <a:pt x="5456495" y="5198874"/>
                  <a:pt x="5487948" y="5131901"/>
                  <a:pt x="5496678" y="5050542"/>
                </a:cubicBezTo>
                <a:lnTo>
                  <a:pt x="5360948" y="5035659"/>
                </a:lnTo>
                <a:cubicBezTo>
                  <a:pt x="5356978" y="5082490"/>
                  <a:pt x="5339913" y="5122773"/>
                  <a:pt x="5309750" y="5156507"/>
                </a:cubicBezTo>
                <a:cubicBezTo>
                  <a:pt x="5279588" y="5190242"/>
                  <a:pt x="5243076" y="5207109"/>
                  <a:pt x="5200213" y="5207109"/>
                </a:cubicBezTo>
                <a:cubicBezTo>
                  <a:pt x="5146635" y="5207109"/>
                  <a:pt x="5103574" y="5182007"/>
                  <a:pt x="5071030" y="5131802"/>
                </a:cubicBezTo>
                <a:cubicBezTo>
                  <a:pt x="5038486" y="5081597"/>
                  <a:pt x="5022214" y="5007282"/>
                  <a:pt x="5022214" y="4908857"/>
                </a:cubicBezTo>
                <a:cubicBezTo>
                  <a:pt x="5022214" y="4812020"/>
                  <a:pt x="5037395" y="4738102"/>
                  <a:pt x="5067756" y="4687103"/>
                </a:cubicBezTo>
                <a:cubicBezTo>
                  <a:pt x="5098117" y="4636105"/>
                  <a:pt x="5140682" y="4610606"/>
                  <a:pt x="5195450" y="4610606"/>
                </a:cubicBezTo>
                <a:cubicBezTo>
                  <a:pt x="5280778" y="4610606"/>
                  <a:pt x="5335944" y="4671923"/>
                  <a:pt x="5360948" y="4794557"/>
                </a:cubicBezTo>
                <a:lnTo>
                  <a:pt x="5496678" y="4780270"/>
                </a:lnTo>
                <a:cubicBezTo>
                  <a:pt x="5482788" y="4687798"/>
                  <a:pt x="5449054" y="4616757"/>
                  <a:pt x="5395476" y="4567148"/>
                </a:cubicBezTo>
                <a:cubicBezTo>
                  <a:pt x="5341898" y="4517539"/>
                  <a:pt x="5274826" y="4492734"/>
                  <a:pt x="5194260" y="4492734"/>
                </a:cubicBezTo>
                <a:close/>
                <a:moveTo>
                  <a:pt x="1164590" y="3187214"/>
                </a:moveTo>
                <a:lnTo>
                  <a:pt x="1283057" y="3549759"/>
                </a:lnTo>
                <a:lnTo>
                  <a:pt x="1046123" y="3549759"/>
                </a:lnTo>
                <a:close/>
                <a:moveTo>
                  <a:pt x="2576672" y="3163402"/>
                </a:moveTo>
                <a:lnTo>
                  <a:pt x="2715974" y="3163402"/>
                </a:lnTo>
                <a:cubicBezTo>
                  <a:pt x="2781458" y="3163402"/>
                  <a:pt x="2834144" y="3190885"/>
                  <a:pt x="2874030" y="3245852"/>
                </a:cubicBezTo>
                <a:cubicBezTo>
                  <a:pt x="2913915" y="3300820"/>
                  <a:pt x="2933858" y="3367990"/>
                  <a:pt x="2933858" y="3447365"/>
                </a:cubicBezTo>
                <a:cubicBezTo>
                  <a:pt x="2933858" y="3544600"/>
                  <a:pt x="2911038" y="3617823"/>
                  <a:pt x="2865397" y="3667035"/>
                </a:cubicBezTo>
                <a:cubicBezTo>
                  <a:pt x="2819758" y="3716248"/>
                  <a:pt x="2764194" y="3740854"/>
                  <a:pt x="2698710" y="3740854"/>
                </a:cubicBezTo>
                <a:lnTo>
                  <a:pt x="2576672" y="3740854"/>
                </a:lnTo>
                <a:close/>
                <a:moveTo>
                  <a:pt x="2426058" y="3047911"/>
                </a:moveTo>
                <a:lnTo>
                  <a:pt x="2426058" y="3860512"/>
                </a:lnTo>
                <a:lnTo>
                  <a:pt x="2692757" y="3860512"/>
                </a:lnTo>
                <a:cubicBezTo>
                  <a:pt x="2821344" y="3860512"/>
                  <a:pt x="2920166" y="3821817"/>
                  <a:pt x="2989222" y="3744426"/>
                </a:cubicBezTo>
                <a:cubicBezTo>
                  <a:pt x="3058279" y="3667035"/>
                  <a:pt x="3092808" y="3570793"/>
                  <a:pt x="3092808" y="3455700"/>
                </a:cubicBezTo>
                <a:cubicBezTo>
                  <a:pt x="3092808" y="3340606"/>
                  <a:pt x="3059271" y="3243868"/>
                  <a:pt x="2992199" y="3165485"/>
                </a:cubicBezTo>
                <a:cubicBezTo>
                  <a:pt x="2925127" y="3087102"/>
                  <a:pt x="2836227" y="3047911"/>
                  <a:pt x="2725499" y="3047911"/>
                </a:cubicBezTo>
                <a:close/>
                <a:moveTo>
                  <a:pt x="1639649" y="3047911"/>
                </a:moveTo>
                <a:lnTo>
                  <a:pt x="1639649" y="3860512"/>
                </a:lnTo>
                <a:lnTo>
                  <a:pt x="1757521" y="3860512"/>
                </a:lnTo>
                <a:lnTo>
                  <a:pt x="1757521" y="3265200"/>
                </a:lnTo>
                <a:cubicBezTo>
                  <a:pt x="1767443" y="3282266"/>
                  <a:pt x="1774785" y="3294767"/>
                  <a:pt x="1779548" y="3302705"/>
                </a:cubicBezTo>
                <a:cubicBezTo>
                  <a:pt x="1790263" y="3320564"/>
                  <a:pt x="1798002" y="3333462"/>
                  <a:pt x="1802765" y="3341400"/>
                </a:cubicBezTo>
                <a:lnTo>
                  <a:pt x="2111137" y="3860512"/>
                </a:lnTo>
                <a:lnTo>
                  <a:pt x="2253416" y="3860512"/>
                </a:lnTo>
                <a:lnTo>
                  <a:pt x="2253416" y="3047911"/>
                </a:lnTo>
                <a:lnTo>
                  <a:pt x="2137926" y="3047911"/>
                </a:lnTo>
                <a:lnTo>
                  <a:pt x="2137926" y="3614053"/>
                </a:lnTo>
                <a:cubicBezTo>
                  <a:pt x="2105779" y="3559681"/>
                  <a:pt x="2088515" y="3530511"/>
                  <a:pt x="2086134" y="3526542"/>
                </a:cubicBezTo>
                <a:lnTo>
                  <a:pt x="1801574" y="3047911"/>
                </a:lnTo>
                <a:close/>
                <a:moveTo>
                  <a:pt x="1090771" y="3047911"/>
                </a:moveTo>
                <a:lnTo>
                  <a:pt x="821094" y="3860512"/>
                </a:lnTo>
                <a:lnTo>
                  <a:pt x="946110" y="3860512"/>
                </a:lnTo>
                <a:lnTo>
                  <a:pt x="1009809" y="3667035"/>
                </a:lnTo>
                <a:lnTo>
                  <a:pt x="1322348" y="3667035"/>
                </a:lnTo>
                <a:lnTo>
                  <a:pt x="1387237" y="3860512"/>
                </a:lnTo>
                <a:lnTo>
                  <a:pt x="1543804" y="3860512"/>
                </a:lnTo>
                <a:lnTo>
                  <a:pt x="1271151" y="3047911"/>
                </a:lnTo>
                <a:close/>
                <a:moveTo>
                  <a:pt x="3281521" y="1697742"/>
                </a:moveTo>
                <a:lnTo>
                  <a:pt x="3475593" y="1697742"/>
                </a:lnTo>
                <a:cubicBezTo>
                  <a:pt x="3521233" y="1697742"/>
                  <a:pt x="3556754" y="1708755"/>
                  <a:pt x="3582154" y="1730782"/>
                </a:cubicBezTo>
                <a:cubicBezTo>
                  <a:pt x="3607554" y="1752808"/>
                  <a:pt x="3620254" y="1781681"/>
                  <a:pt x="3620254" y="1817400"/>
                </a:cubicBezTo>
                <a:cubicBezTo>
                  <a:pt x="3620254" y="1856294"/>
                  <a:pt x="3607355" y="1886853"/>
                  <a:pt x="3581558" y="1909078"/>
                </a:cubicBezTo>
                <a:cubicBezTo>
                  <a:pt x="3555761" y="1931303"/>
                  <a:pt x="3516472" y="1942416"/>
                  <a:pt x="3463687" y="1942416"/>
                </a:cubicBezTo>
                <a:lnTo>
                  <a:pt x="3281521" y="1942416"/>
                </a:lnTo>
                <a:close/>
                <a:moveTo>
                  <a:pt x="3916124" y="1581061"/>
                </a:moveTo>
                <a:lnTo>
                  <a:pt x="3916124" y="2393662"/>
                </a:lnTo>
                <a:lnTo>
                  <a:pt x="4444166" y="2393662"/>
                </a:lnTo>
                <a:lnTo>
                  <a:pt x="4444166" y="2267456"/>
                </a:lnTo>
                <a:lnTo>
                  <a:pt x="4062571" y="2267456"/>
                </a:lnTo>
                <a:lnTo>
                  <a:pt x="4062571" y="2040047"/>
                </a:lnTo>
                <a:lnTo>
                  <a:pt x="4364990" y="2040047"/>
                </a:lnTo>
                <a:lnTo>
                  <a:pt x="4364990" y="1922175"/>
                </a:lnTo>
                <a:lnTo>
                  <a:pt x="4062571" y="1922175"/>
                </a:lnTo>
                <a:lnTo>
                  <a:pt x="4062571" y="1701909"/>
                </a:lnTo>
                <a:lnTo>
                  <a:pt x="4438808" y="1701909"/>
                </a:lnTo>
                <a:lnTo>
                  <a:pt x="4438808" y="1581061"/>
                </a:lnTo>
                <a:close/>
                <a:moveTo>
                  <a:pt x="3135074" y="1581061"/>
                </a:moveTo>
                <a:lnTo>
                  <a:pt x="3135074" y="2393662"/>
                </a:lnTo>
                <a:lnTo>
                  <a:pt x="3281521" y="2393662"/>
                </a:lnTo>
                <a:lnTo>
                  <a:pt x="3281521" y="2059692"/>
                </a:lnTo>
                <a:lnTo>
                  <a:pt x="3487499" y="2059692"/>
                </a:lnTo>
                <a:lnTo>
                  <a:pt x="3613705" y="2393662"/>
                </a:lnTo>
                <a:lnTo>
                  <a:pt x="3768486" y="2393662"/>
                </a:lnTo>
                <a:lnTo>
                  <a:pt x="3626207" y="2034689"/>
                </a:lnTo>
                <a:cubicBezTo>
                  <a:pt x="3723838" y="1995398"/>
                  <a:pt x="3772654" y="1923564"/>
                  <a:pt x="3772654" y="1819186"/>
                </a:cubicBezTo>
                <a:cubicBezTo>
                  <a:pt x="3772654" y="1748939"/>
                  <a:pt x="3749635" y="1691690"/>
                  <a:pt x="3703597" y="1647438"/>
                </a:cubicBezTo>
                <a:cubicBezTo>
                  <a:pt x="3657560" y="1603187"/>
                  <a:pt x="3585527" y="1581061"/>
                  <a:pt x="3487499" y="1581061"/>
                </a:cubicBezTo>
                <a:close/>
                <a:moveTo>
                  <a:pt x="2344499" y="1581061"/>
                </a:moveTo>
                <a:lnTo>
                  <a:pt x="2344499" y="2393662"/>
                </a:lnTo>
                <a:lnTo>
                  <a:pt x="2462371" y="2393662"/>
                </a:lnTo>
                <a:lnTo>
                  <a:pt x="2462371" y="1798350"/>
                </a:lnTo>
                <a:cubicBezTo>
                  <a:pt x="2472293" y="1815415"/>
                  <a:pt x="2479635" y="1827917"/>
                  <a:pt x="2484398" y="1835855"/>
                </a:cubicBezTo>
                <a:cubicBezTo>
                  <a:pt x="2495113" y="1853714"/>
                  <a:pt x="2502852" y="1866612"/>
                  <a:pt x="2507615" y="1874550"/>
                </a:cubicBezTo>
                <a:lnTo>
                  <a:pt x="2815987" y="2393662"/>
                </a:lnTo>
                <a:lnTo>
                  <a:pt x="2958266" y="2393662"/>
                </a:lnTo>
                <a:lnTo>
                  <a:pt x="2958266" y="1581061"/>
                </a:lnTo>
                <a:lnTo>
                  <a:pt x="2842776" y="1581061"/>
                </a:lnTo>
                <a:lnTo>
                  <a:pt x="2842776" y="2147203"/>
                </a:lnTo>
                <a:cubicBezTo>
                  <a:pt x="2810629" y="2092831"/>
                  <a:pt x="2793365" y="2063661"/>
                  <a:pt x="2790983" y="2059692"/>
                </a:cubicBezTo>
                <a:lnTo>
                  <a:pt x="2506424" y="1581061"/>
                </a:lnTo>
                <a:close/>
                <a:moveTo>
                  <a:pt x="1687274" y="1581061"/>
                </a:moveTo>
                <a:lnTo>
                  <a:pt x="1687274" y="2393662"/>
                </a:lnTo>
                <a:lnTo>
                  <a:pt x="2215316" y="2393662"/>
                </a:lnTo>
                <a:lnTo>
                  <a:pt x="2215316" y="2267456"/>
                </a:lnTo>
                <a:lnTo>
                  <a:pt x="1833721" y="2267456"/>
                </a:lnTo>
                <a:lnTo>
                  <a:pt x="1833721" y="2040047"/>
                </a:lnTo>
                <a:lnTo>
                  <a:pt x="2136140" y="2040047"/>
                </a:lnTo>
                <a:lnTo>
                  <a:pt x="2136140" y="1922175"/>
                </a:lnTo>
                <a:lnTo>
                  <a:pt x="1833721" y="1922175"/>
                </a:lnTo>
                <a:lnTo>
                  <a:pt x="1833721" y="1701909"/>
                </a:lnTo>
                <a:lnTo>
                  <a:pt x="2209958" y="1701909"/>
                </a:lnTo>
                <a:lnTo>
                  <a:pt x="2209958" y="1581061"/>
                </a:lnTo>
                <a:close/>
                <a:moveTo>
                  <a:pt x="1211024" y="1568559"/>
                </a:moveTo>
                <a:cubicBezTo>
                  <a:pt x="1101487" y="1568559"/>
                  <a:pt x="1016258" y="1609140"/>
                  <a:pt x="955338" y="1690301"/>
                </a:cubicBezTo>
                <a:cubicBezTo>
                  <a:pt x="894417" y="1771462"/>
                  <a:pt x="863957" y="1870581"/>
                  <a:pt x="863957" y="1987659"/>
                </a:cubicBezTo>
                <a:cubicBezTo>
                  <a:pt x="863957" y="2098387"/>
                  <a:pt x="891242" y="2195820"/>
                  <a:pt x="945812" y="2279958"/>
                </a:cubicBezTo>
                <a:cubicBezTo>
                  <a:pt x="1000383" y="2364095"/>
                  <a:pt x="1083032" y="2406164"/>
                  <a:pt x="1193760" y="2406164"/>
                </a:cubicBezTo>
                <a:cubicBezTo>
                  <a:pt x="1292979" y="2406164"/>
                  <a:pt x="1366203" y="2365484"/>
                  <a:pt x="1413430" y="2284125"/>
                </a:cubicBezTo>
                <a:lnTo>
                  <a:pt x="1458079" y="2393662"/>
                </a:lnTo>
                <a:lnTo>
                  <a:pt x="1522968" y="2393662"/>
                </a:lnTo>
                <a:lnTo>
                  <a:pt x="1522968" y="1978134"/>
                </a:lnTo>
                <a:lnTo>
                  <a:pt x="1217573" y="1978134"/>
                </a:lnTo>
                <a:lnTo>
                  <a:pt x="1217573" y="2096006"/>
                </a:lnTo>
                <a:lnTo>
                  <a:pt x="1385451" y="2096006"/>
                </a:lnTo>
                <a:cubicBezTo>
                  <a:pt x="1385451" y="2152759"/>
                  <a:pt x="1369080" y="2198400"/>
                  <a:pt x="1336338" y="2232928"/>
                </a:cubicBezTo>
                <a:cubicBezTo>
                  <a:pt x="1303596" y="2267456"/>
                  <a:pt x="1262221" y="2284720"/>
                  <a:pt x="1212215" y="2284720"/>
                </a:cubicBezTo>
                <a:cubicBezTo>
                  <a:pt x="1083627" y="2284720"/>
                  <a:pt x="1019334" y="2182128"/>
                  <a:pt x="1019334" y="1976944"/>
                </a:cubicBezTo>
                <a:cubicBezTo>
                  <a:pt x="1019334" y="1879709"/>
                  <a:pt x="1037491" y="1807676"/>
                  <a:pt x="1073805" y="1760845"/>
                </a:cubicBezTo>
                <a:cubicBezTo>
                  <a:pt x="1110119" y="1714014"/>
                  <a:pt x="1157049" y="1690598"/>
                  <a:pt x="1214596" y="1690598"/>
                </a:cubicBezTo>
                <a:cubicBezTo>
                  <a:pt x="1304687" y="1690598"/>
                  <a:pt x="1361638" y="1740207"/>
                  <a:pt x="1385451" y="1839426"/>
                </a:cubicBezTo>
                <a:lnTo>
                  <a:pt x="1512848" y="1816805"/>
                </a:lnTo>
                <a:cubicBezTo>
                  <a:pt x="1498957" y="1746161"/>
                  <a:pt x="1465619" y="1687126"/>
                  <a:pt x="1412835" y="1639699"/>
                </a:cubicBezTo>
                <a:cubicBezTo>
                  <a:pt x="1360051" y="1592273"/>
                  <a:pt x="1292780" y="1568559"/>
                  <a:pt x="1211024" y="1568559"/>
                </a:cubicBezTo>
                <a:close/>
                <a:moveTo>
                  <a:pt x="6664373" y="1325781"/>
                </a:moveTo>
                <a:lnTo>
                  <a:pt x="6664373" y="5532217"/>
                </a:lnTo>
                <a:lnTo>
                  <a:pt x="6796349" y="5532217"/>
                </a:lnTo>
                <a:lnTo>
                  <a:pt x="6796349" y="1325781"/>
                </a:lnTo>
                <a:close/>
                <a:moveTo>
                  <a:pt x="0" y="0"/>
                </a:moveTo>
                <a:lnTo>
                  <a:pt x="12192000" y="0"/>
                </a:lnTo>
                <a:lnTo>
                  <a:pt x="12192000" y="6858000"/>
                </a:lnTo>
                <a:lnTo>
                  <a:pt x="0" y="6858000"/>
                </a:lnTo>
                <a:close/>
              </a:path>
            </a:pathLst>
          </a:custGeom>
          <a:solidFill>
            <a:srgbClr val="6B7C7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7" name="TextBox 6">
            <a:extLst>
              <a:ext uri="{FF2B5EF4-FFF2-40B4-BE49-F238E27FC236}">
                <a16:creationId xmlns:a16="http://schemas.microsoft.com/office/drawing/2014/main" id="{CDDAE72B-F57C-81EC-BD59-8A1E114E286A}"/>
              </a:ext>
            </a:extLst>
          </p:cNvPr>
          <p:cNvSpPr txBox="1"/>
          <p:nvPr/>
        </p:nvSpPr>
        <p:spPr>
          <a:xfrm>
            <a:off x="7576457" y="852059"/>
            <a:ext cx="4501751" cy="4662815"/>
          </a:xfrm>
          <a:prstGeom prst="rect">
            <a:avLst/>
          </a:prstGeom>
          <a:noFill/>
        </p:spPr>
        <p:txBody>
          <a:bodyPr wrap="square" rtlCol="0">
            <a:spAutoFit/>
          </a:bodyPr>
          <a:lstStyle/>
          <a:p>
            <a:r>
              <a:rPr lang="en-GB" dirty="0">
                <a:solidFill>
                  <a:schemeClr val="bg1"/>
                </a:solidFill>
                <a:latin typeface="Arial" panose="020B0604020202020204" pitchFamily="34" charset="0"/>
                <a:cs typeface="Arial" panose="020B0604020202020204" pitchFamily="34" charset="0"/>
              </a:rPr>
              <a:t>Primary Genre –</a:t>
            </a:r>
          </a:p>
          <a:p>
            <a:r>
              <a:rPr lang="en-GB" sz="1500" dirty="0">
                <a:solidFill>
                  <a:schemeClr val="bg1"/>
                </a:solidFill>
                <a:latin typeface="Arial" panose="020B0604020202020204" pitchFamily="34" charset="0"/>
                <a:cs typeface="Arial" panose="020B0604020202020204" pitchFamily="34" charset="0"/>
              </a:rPr>
              <a:t>The Radio Tower is a psychological horror game focusing on the inner depths of childhood trauma and negligence. </a:t>
            </a:r>
          </a:p>
          <a:p>
            <a:endParaRPr lang="en-GB" sz="1500" dirty="0">
              <a:solidFill>
                <a:schemeClr val="bg1"/>
              </a:solidFill>
              <a:latin typeface="Arial" panose="020B0604020202020204" pitchFamily="34" charset="0"/>
              <a:cs typeface="Arial" panose="020B0604020202020204" pitchFamily="34" charset="0"/>
            </a:endParaRPr>
          </a:p>
          <a:p>
            <a:r>
              <a:rPr lang="en-GB" dirty="0">
                <a:solidFill>
                  <a:schemeClr val="bg1"/>
                </a:solidFill>
                <a:latin typeface="Arial" panose="020B0604020202020204" pitchFamily="34" charset="0"/>
                <a:cs typeface="Arial" panose="020B0604020202020204" pitchFamily="34" charset="0"/>
              </a:rPr>
              <a:t>Subgenre –</a:t>
            </a:r>
          </a:p>
          <a:p>
            <a:r>
              <a:rPr lang="en-GB" sz="1500" dirty="0">
                <a:solidFill>
                  <a:schemeClr val="bg1"/>
                </a:solidFill>
                <a:latin typeface="Arial" panose="020B0604020202020204" pitchFamily="34" charset="0"/>
                <a:cs typeface="Arial" panose="020B0604020202020204" pitchFamily="34" charset="0"/>
              </a:rPr>
              <a:t>Despite being narrative driven the game also features puzzle-solving and survival mechanics.</a:t>
            </a:r>
          </a:p>
          <a:p>
            <a:endParaRPr lang="en-GB" sz="1500" dirty="0">
              <a:solidFill>
                <a:schemeClr val="bg1"/>
              </a:solidFill>
              <a:latin typeface="Arial" panose="020B0604020202020204" pitchFamily="34" charset="0"/>
              <a:cs typeface="Arial" panose="020B0604020202020204" pitchFamily="34" charset="0"/>
            </a:endParaRPr>
          </a:p>
          <a:p>
            <a:r>
              <a:rPr lang="en-GB" dirty="0">
                <a:solidFill>
                  <a:schemeClr val="bg1"/>
                </a:solidFill>
                <a:latin typeface="Arial" panose="020B0604020202020204" pitchFamily="34" charset="0"/>
                <a:cs typeface="Arial" panose="020B0604020202020204" pitchFamily="34" charset="0"/>
              </a:rPr>
              <a:t>Core Player Experience –</a:t>
            </a:r>
          </a:p>
          <a:p>
            <a:r>
              <a:rPr lang="en-GB" sz="1500" dirty="0">
                <a:solidFill>
                  <a:schemeClr val="bg1"/>
                </a:solidFill>
                <a:latin typeface="Arial" panose="020B0604020202020204" pitchFamily="34" charset="0"/>
                <a:cs typeface="Arial" panose="020B0604020202020204" pitchFamily="34" charset="0"/>
              </a:rPr>
              <a:t>When players are exploring the games environments, they will be feeling isolated, tense and vulnerable whilst still gaining satisfaction from solving brainteasers. </a:t>
            </a:r>
          </a:p>
          <a:p>
            <a:endParaRPr lang="en-GB" sz="1500" dirty="0">
              <a:solidFill>
                <a:schemeClr val="bg1"/>
              </a:solidFill>
              <a:latin typeface="Arial" panose="020B0604020202020204" pitchFamily="34" charset="0"/>
              <a:cs typeface="Arial" panose="020B0604020202020204" pitchFamily="34" charset="0"/>
            </a:endParaRPr>
          </a:p>
          <a:p>
            <a:r>
              <a:rPr lang="en-GB" dirty="0">
                <a:solidFill>
                  <a:schemeClr val="bg1"/>
                </a:solidFill>
                <a:latin typeface="Arial" panose="020B0604020202020204" pitchFamily="34" charset="0"/>
                <a:cs typeface="Arial" panose="020B0604020202020204" pitchFamily="34" charset="0"/>
              </a:rPr>
              <a:t>Game-Defining Gameplay –</a:t>
            </a:r>
          </a:p>
          <a:p>
            <a:r>
              <a:rPr lang="en-GB" sz="1500" dirty="0">
                <a:solidFill>
                  <a:schemeClr val="bg1"/>
                </a:solidFill>
                <a:latin typeface="Arial" panose="020B0604020202020204" pitchFamily="34" charset="0"/>
                <a:cs typeface="Arial" panose="020B0604020202020204" pitchFamily="34" charset="0"/>
              </a:rPr>
              <a:t>The player will explore locations whilst solving puzzles, encountering enemies and uncovering the overall narrative. </a:t>
            </a:r>
          </a:p>
        </p:txBody>
      </p:sp>
    </p:spTree>
    <p:extLst>
      <p:ext uri="{BB962C8B-B14F-4D97-AF65-F5344CB8AC3E}">
        <p14:creationId xmlns:p14="http://schemas.microsoft.com/office/powerpoint/2010/main" val="42783999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B8122A-4735-4686-21E4-6E3BEB170167}"/>
              </a:ext>
            </a:extLst>
          </p:cNvPr>
          <p:cNvSpPr/>
          <p:nvPr/>
        </p:nvSpPr>
        <p:spPr>
          <a:xfrm>
            <a:off x="-73152" y="0"/>
            <a:ext cx="12344400" cy="6967728"/>
          </a:xfrm>
          <a:prstGeom prst="rect">
            <a:avLst/>
          </a:prstGeom>
          <a:solidFill>
            <a:srgbClr val="2E4A5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600743E1-B427-D6B4-FCA9-D42FDB2E6FBF}"/>
              </a:ext>
            </a:extLst>
          </p:cNvPr>
          <p:cNvSpPr txBox="1"/>
          <p:nvPr/>
        </p:nvSpPr>
        <p:spPr>
          <a:xfrm>
            <a:off x="123161" y="367699"/>
            <a:ext cx="10488168" cy="830997"/>
          </a:xfrm>
          <a:prstGeom prst="rect">
            <a:avLst/>
          </a:prstGeom>
          <a:noFill/>
        </p:spPr>
        <p:txBody>
          <a:bodyPr wrap="square" rtlCol="0">
            <a:spAutoFit/>
          </a:bodyPr>
          <a:lstStyle/>
          <a:p>
            <a:pPr algn="ctr"/>
            <a:r>
              <a:rPr lang="en-US" sz="4800" dirty="0">
                <a:solidFill>
                  <a:srgbClr val="E5E5ED"/>
                </a:solidFill>
                <a:latin typeface="Franklin Gothic Medium" panose="020B0603020102020204" pitchFamily="34" charset="0"/>
              </a:rPr>
              <a:t>WHAT MAKES OUR GAME DIFFERENT?</a:t>
            </a:r>
            <a:endParaRPr lang="en-GB" sz="4800" dirty="0">
              <a:solidFill>
                <a:srgbClr val="E5E5ED"/>
              </a:solidFill>
              <a:latin typeface="Franklin Gothic Medium" panose="020B0603020102020204" pitchFamily="34" charset="0"/>
            </a:endParaRPr>
          </a:p>
        </p:txBody>
      </p:sp>
      <p:sp>
        <p:nvSpPr>
          <p:cNvPr id="6" name="TextBox 5">
            <a:extLst>
              <a:ext uri="{FF2B5EF4-FFF2-40B4-BE49-F238E27FC236}">
                <a16:creationId xmlns:a16="http://schemas.microsoft.com/office/drawing/2014/main" id="{C0C82602-9331-1CBE-C127-D882D74C74C6}"/>
              </a:ext>
            </a:extLst>
          </p:cNvPr>
          <p:cNvSpPr txBox="1"/>
          <p:nvPr/>
        </p:nvSpPr>
        <p:spPr>
          <a:xfrm>
            <a:off x="4580001" y="2480817"/>
            <a:ext cx="2212848" cy="369332"/>
          </a:xfrm>
          <a:prstGeom prst="rect">
            <a:avLst/>
          </a:prstGeom>
          <a:noFill/>
        </p:spPr>
        <p:txBody>
          <a:bodyPr wrap="square" rtlCol="0">
            <a:spAutoFit/>
          </a:bodyPr>
          <a:lstStyle/>
          <a:p>
            <a:r>
              <a:rPr lang="en-US" dirty="0">
                <a:solidFill>
                  <a:srgbClr val="E5E5ED"/>
                </a:solidFill>
                <a:latin typeface="Arial" panose="020B0604020202020204" pitchFamily="34" charset="0"/>
                <a:cs typeface="Arial" panose="020B0604020202020204" pitchFamily="34" charset="0"/>
              </a:rPr>
              <a:t>Distinctive Concept</a:t>
            </a:r>
            <a:endParaRPr lang="en-GB" dirty="0">
              <a:solidFill>
                <a:srgbClr val="E5E5ED"/>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F1E270C9-1529-1353-70F1-DA6072E2F5D3}"/>
              </a:ext>
            </a:extLst>
          </p:cNvPr>
          <p:cNvSpPr txBox="1"/>
          <p:nvPr/>
        </p:nvSpPr>
        <p:spPr>
          <a:xfrm>
            <a:off x="254889" y="2477769"/>
            <a:ext cx="2112264" cy="369332"/>
          </a:xfrm>
          <a:prstGeom prst="rect">
            <a:avLst/>
          </a:prstGeom>
          <a:noFill/>
        </p:spPr>
        <p:txBody>
          <a:bodyPr wrap="square" rtlCol="0">
            <a:spAutoFit/>
          </a:bodyPr>
          <a:lstStyle/>
          <a:p>
            <a:r>
              <a:rPr lang="en-US" dirty="0">
                <a:solidFill>
                  <a:srgbClr val="E5E5ED"/>
                </a:solidFill>
                <a:latin typeface="Arial" panose="020B0604020202020204" pitchFamily="34" charset="0"/>
                <a:cs typeface="Arial" panose="020B0604020202020204" pitchFamily="34" charset="0"/>
              </a:rPr>
              <a:t>Unique Mechanics</a:t>
            </a:r>
            <a:endParaRPr lang="en-GB" dirty="0">
              <a:solidFill>
                <a:srgbClr val="E5E5ED"/>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011C8947-94CE-3C9D-9CC4-6818C7529D18}"/>
              </a:ext>
            </a:extLst>
          </p:cNvPr>
          <p:cNvSpPr txBox="1"/>
          <p:nvPr/>
        </p:nvSpPr>
        <p:spPr>
          <a:xfrm>
            <a:off x="9005697" y="2474721"/>
            <a:ext cx="2112264" cy="646331"/>
          </a:xfrm>
          <a:prstGeom prst="rect">
            <a:avLst/>
          </a:prstGeom>
          <a:noFill/>
        </p:spPr>
        <p:txBody>
          <a:bodyPr wrap="square" rtlCol="0">
            <a:spAutoFit/>
          </a:bodyPr>
          <a:lstStyle/>
          <a:p>
            <a:r>
              <a:rPr lang="en-US" dirty="0">
                <a:solidFill>
                  <a:srgbClr val="E5E5ED"/>
                </a:solidFill>
                <a:latin typeface="Arial" panose="020B0604020202020204" pitchFamily="34" charset="0"/>
                <a:cs typeface="Arial" panose="020B0604020202020204" pitchFamily="34" charset="0"/>
              </a:rPr>
              <a:t>Presentation &amp;</a:t>
            </a:r>
          </a:p>
          <a:p>
            <a:r>
              <a:rPr lang="en-US" dirty="0">
                <a:solidFill>
                  <a:srgbClr val="E5E5ED"/>
                </a:solidFill>
                <a:latin typeface="Arial" panose="020B0604020202020204" pitchFamily="34" charset="0"/>
                <a:cs typeface="Arial" panose="020B0604020202020204" pitchFamily="34" charset="0"/>
              </a:rPr>
              <a:t>Atmosphere</a:t>
            </a:r>
            <a:endParaRPr lang="en-GB" dirty="0">
              <a:solidFill>
                <a:srgbClr val="E5E5ED"/>
              </a:solidFill>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77A468D9-F0E4-9F2A-2DB1-7CA46808BEE8}"/>
              </a:ext>
            </a:extLst>
          </p:cNvPr>
          <p:cNvGrpSpPr/>
          <p:nvPr/>
        </p:nvGrpSpPr>
        <p:grpSpPr>
          <a:xfrm>
            <a:off x="254889" y="3801296"/>
            <a:ext cx="9016764" cy="413112"/>
            <a:chOff x="664464" y="3429000"/>
            <a:chExt cx="9016764" cy="413112"/>
          </a:xfrm>
        </p:grpSpPr>
        <p:sp>
          <p:nvSpPr>
            <p:cNvPr id="13" name="TextBox 12">
              <a:extLst>
                <a:ext uri="{FF2B5EF4-FFF2-40B4-BE49-F238E27FC236}">
                  <a16:creationId xmlns:a16="http://schemas.microsoft.com/office/drawing/2014/main" id="{DA037EA1-598B-C8F2-17E0-CB0BBD848F2B}"/>
                </a:ext>
              </a:extLst>
            </p:cNvPr>
            <p:cNvSpPr txBox="1"/>
            <p:nvPr/>
          </p:nvSpPr>
          <p:spPr>
            <a:xfrm>
              <a:off x="664464" y="3456432"/>
              <a:ext cx="228600" cy="369332"/>
            </a:xfrm>
            <a:prstGeom prst="rect">
              <a:avLst/>
            </a:prstGeom>
            <a:noFill/>
          </p:spPr>
          <p:txBody>
            <a:bodyPr wrap="square" rtlCol="0">
              <a:spAutoFit/>
            </a:bodyPr>
            <a:lstStyle/>
            <a:p>
              <a:r>
                <a:rPr lang="en-US" dirty="0">
                  <a:solidFill>
                    <a:srgbClr val="E5E5ED"/>
                  </a:solidFill>
                </a:rPr>
                <a:t>-</a:t>
              </a:r>
              <a:endParaRPr lang="en-GB" dirty="0">
                <a:solidFill>
                  <a:srgbClr val="E5E5ED"/>
                </a:solidFill>
              </a:endParaRPr>
            </a:p>
          </p:txBody>
        </p:sp>
        <p:sp>
          <p:nvSpPr>
            <p:cNvPr id="15" name="TextBox 14">
              <a:extLst>
                <a:ext uri="{FF2B5EF4-FFF2-40B4-BE49-F238E27FC236}">
                  <a16:creationId xmlns:a16="http://schemas.microsoft.com/office/drawing/2014/main" id="{0BF647AA-F511-81E5-F9C3-B64C98A8CCD2}"/>
                </a:ext>
              </a:extLst>
            </p:cNvPr>
            <p:cNvSpPr txBox="1"/>
            <p:nvPr/>
          </p:nvSpPr>
          <p:spPr>
            <a:xfrm>
              <a:off x="5058546" y="3429000"/>
              <a:ext cx="228600" cy="369332"/>
            </a:xfrm>
            <a:prstGeom prst="rect">
              <a:avLst/>
            </a:prstGeom>
            <a:noFill/>
          </p:spPr>
          <p:txBody>
            <a:bodyPr wrap="square" rtlCol="0">
              <a:spAutoFit/>
            </a:bodyPr>
            <a:lstStyle/>
            <a:p>
              <a:r>
                <a:rPr lang="en-US" dirty="0">
                  <a:solidFill>
                    <a:srgbClr val="E5E5ED"/>
                  </a:solidFill>
                </a:rPr>
                <a:t>-</a:t>
              </a:r>
              <a:endParaRPr lang="en-GB" dirty="0">
                <a:solidFill>
                  <a:srgbClr val="E5E5ED"/>
                </a:solidFill>
              </a:endParaRPr>
            </a:p>
          </p:txBody>
        </p:sp>
        <p:sp>
          <p:nvSpPr>
            <p:cNvPr id="17" name="TextBox 16">
              <a:extLst>
                <a:ext uri="{FF2B5EF4-FFF2-40B4-BE49-F238E27FC236}">
                  <a16:creationId xmlns:a16="http://schemas.microsoft.com/office/drawing/2014/main" id="{DAD07446-4DDC-F7F3-BEA1-4465DD5A7A10}"/>
                </a:ext>
              </a:extLst>
            </p:cNvPr>
            <p:cNvSpPr txBox="1"/>
            <p:nvPr/>
          </p:nvSpPr>
          <p:spPr>
            <a:xfrm>
              <a:off x="9452628" y="3472780"/>
              <a:ext cx="228600" cy="369332"/>
            </a:xfrm>
            <a:prstGeom prst="rect">
              <a:avLst/>
            </a:prstGeom>
            <a:noFill/>
          </p:spPr>
          <p:txBody>
            <a:bodyPr wrap="square" rtlCol="0">
              <a:spAutoFit/>
            </a:bodyPr>
            <a:lstStyle/>
            <a:p>
              <a:r>
                <a:rPr lang="en-US" dirty="0">
                  <a:solidFill>
                    <a:srgbClr val="E5E5ED"/>
                  </a:solidFill>
                </a:rPr>
                <a:t>-</a:t>
              </a:r>
              <a:endParaRPr lang="en-GB" dirty="0">
                <a:solidFill>
                  <a:srgbClr val="E5E5ED"/>
                </a:solidFill>
              </a:endParaRPr>
            </a:p>
          </p:txBody>
        </p:sp>
      </p:grpSp>
      <p:sp>
        <p:nvSpPr>
          <p:cNvPr id="21" name="TextBox 20">
            <a:extLst>
              <a:ext uri="{FF2B5EF4-FFF2-40B4-BE49-F238E27FC236}">
                <a16:creationId xmlns:a16="http://schemas.microsoft.com/office/drawing/2014/main" id="{81D7006E-AB80-6E92-2AD0-41CEC81BBA75}"/>
              </a:ext>
            </a:extLst>
          </p:cNvPr>
          <p:cNvSpPr txBox="1"/>
          <p:nvPr/>
        </p:nvSpPr>
        <p:spPr>
          <a:xfrm>
            <a:off x="254889" y="4465673"/>
            <a:ext cx="3567294" cy="1815882"/>
          </a:xfrm>
          <a:prstGeom prst="rect">
            <a:avLst/>
          </a:prstGeom>
          <a:noFill/>
        </p:spPr>
        <p:txBody>
          <a:bodyPr wrap="square" rtlCol="0">
            <a:spAutoFit/>
          </a:bodyPr>
          <a:lstStyle/>
          <a:p>
            <a:r>
              <a:rPr lang="en-US" sz="1600" dirty="0">
                <a:solidFill>
                  <a:srgbClr val="E5E5ED"/>
                </a:solidFill>
              </a:rPr>
              <a:t>During gameplay, the protagonist will</a:t>
            </a:r>
          </a:p>
          <a:p>
            <a:r>
              <a:rPr lang="en-US" sz="1600" dirty="0">
                <a:solidFill>
                  <a:srgbClr val="E5E5ED"/>
                </a:solidFill>
              </a:rPr>
              <a:t>receive radio messages on their phone</a:t>
            </a:r>
          </a:p>
          <a:p>
            <a:r>
              <a:rPr lang="en-US" sz="1600" dirty="0">
                <a:solidFill>
                  <a:srgbClr val="E5E5ED"/>
                </a:solidFill>
              </a:rPr>
              <a:t>which will help the player navigate</a:t>
            </a:r>
          </a:p>
          <a:p>
            <a:r>
              <a:rPr lang="en-US" sz="1600" dirty="0">
                <a:solidFill>
                  <a:srgbClr val="E5E5ED"/>
                </a:solidFill>
              </a:rPr>
              <a:t>through areas, solve puzzles and piece</a:t>
            </a:r>
          </a:p>
          <a:p>
            <a:r>
              <a:rPr lang="en-US" sz="1600" dirty="0">
                <a:solidFill>
                  <a:srgbClr val="E5E5ED"/>
                </a:solidFill>
              </a:rPr>
              <a:t>together information for the overarching</a:t>
            </a:r>
          </a:p>
          <a:p>
            <a:r>
              <a:rPr lang="en-US" sz="1600" dirty="0">
                <a:solidFill>
                  <a:srgbClr val="E5E5ED"/>
                </a:solidFill>
              </a:rPr>
              <a:t>narrative.</a:t>
            </a:r>
          </a:p>
        </p:txBody>
      </p:sp>
      <p:sp>
        <p:nvSpPr>
          <p:cNvPr id="23" name="TextBox 22">
            <a:extLst>
              <a:ext uri="{FF2B5EF4-FFF2-40B4-BE49-F238E27FC236}">
                <a16:creationId xmlns:a16="http://schemas.microsoft.com/office/drawing/2014/main" id="{50B99814-9564-A306-AFFF-5B4D4EAA1385}"/>
              </a:ext>
            </a:extLst>
          </p:cNvPr>
          <p:cNvSpPr txBox="1"/>
          <p:nvPr/>
        </p:nvSpPr>
        <p:spPr>
          <a:xfrm>
            <a:off x="4648971" y="4397077"/>
            <a:ext cx="3567294" cy="338554"/>
          </a:xfrm>
          <a:prstGeom prst="rect">
            <a:avLst/>
          </a:prstGeom>
          <a:noFill/>
        </p:spPr>
        <p:txBody>
          <a:bodyPr wrap="square" rtlCol="0">
            <a:spAutoFit/>
          </a:bodyPr>
          <a:lstStyle/>
          <a:p>
            <a:r>
              <a:rPr lang="en-US" sz="1600" dirty="0">
                <a:solidFill>
                  <a:srgbClr val="E5E5ED"/>
                </a:solidFill>
              </a:rPr>
              <a:t>What makes this a USP? The </a:t>
            </a:r>
          </a:p>
        </p:txBody>
      </p:sp>
      <p:sp>
        <p:nvSpPr>
          <p:cNvPr id="25" name="TextBox 24">
            <a:extLst>
              <a:ext uri="{FF2B5EF4-FFF2-40B4-BE49-F238E27FC236}">
                <a16:creationId xmlns:a16="http://schemas.microsoft.com/office/drawing/2014/main" id="{6C5D7F0D-DC91-3827-11C7-10AF571B877C}"/>
              </a:ext>
            </a:extLst>
          </p:cNvPr>
          <p:cNvSpPr txBox="1"/>
          <p:nvPr/>
        </p:nvSpPr>
        <p:spPr>
          <a:xfrm>
            <a:off x="9043053" y="4393604"/>
            <a:ext cx="3567294" cy="338554"/>
          </a:xfrm>
          <a:prstGeom prst="rect">
            <a:avLst/>
          </a:prstGeom>
          <a:noFill/>
        </p:spPr>
        <p:txBody>
          <a:bodyPr wrap="square" rtlCol="0">
            <a:spAutoFit/>
          </a:bodyPr>
          <a:lstStyle/>
          <a:p>
            <a:r>
              <a:rPr lang="en-US" sz="1600" dirty="0">
                <a:solidFill>
                  <a:srgbClr val="E5E5ED"/>
                </a:solidFill>
              </a:rPr>
              <a:t>/</a:t>
            </a:r>
          </a:p>
        </p:txBody>
      </p:sp>
    </p:spTree>
    <p:extLst>
      <p:ext uri="{BB962C8B-B14F-4D97-AF65-F5344CB8AC3E}">
        <p14:creationId xmlns:p14="http://schemas.microsoft.com/office/powerpoint/2010/main" val="2390264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802</TotalTime>
  <Words>287</Words>
  <Application>Microsoft Office PowerPoint</Application>
  <PresentationFormat>Widescreen</PresentationFormat>
  <Paragraphs>42</Paragraphs>
  <Slides>5</Slides>
  <Notes>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Aptos</vt:lpstr>
      <vt:lpstr>Aptos Display</vt:lpstr>
      <vt:lpstr>Arial</vt:lpstr>
      <vt:lpstr>Bahnschrift Condensed</vt:lpstr>
      <vt:lpstr>Franklin Gothic Medium</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noah blake</dc:creator>
  <cp:lastModifiedBy>noah blake</cp:lastModifiedBy>
  <cp:revision>7</cp:revision>
  <dcterms:created xsi:type="dcterms:W3CDTF">2026-10-14T17:14:18Z</dcterms:created>
  <dcterms:modified xsi:type="dcterms:W3CDTF">2026-10-21T12:15:19Z</dcterms:modified>
</cp:coreProperties>
</file>