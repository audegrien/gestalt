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5"/>
  </p:notesMasterIdLst>
  <p:handoutMasterIdLst>
    <p:handoutMasterId r:id="rId16"/>
  </p:handoutMasterIdLst>
  <p:sldIdLst>
    <p:sldId id="256" r:id="rId5"/>
    <p:sldId id="277" r:id="rId6"/>
    <p:sldId id="264" r:id="rId7"/>
    <p:sldId id="262" r:id="rId8"/>
    <p:sldId id="289" r:id="rId9"/>
    <p:sldId id="258" r:id="rId10"/>
    <p:sldId id="278" r:id="rId11"/>
    <p:sldId id="292" r:id="rId12"/>
    <p:sldId id="266"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8" d="100"/>
          <a:sy n="78" d="100"/>
        </p:scale>
        <p:origin x="878" y="67"/>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5/23/2026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5/23/2026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1FEA93-8974-C6EF-41FB-AD7F09D2FCFD}"/>
              </a:ext>
            </a:extLst>
          </p:cNvPr>
          <p:cNvPicPr>
            <a:picLocks noChangeAspect="1"/>
          </p:cNvPicPr>
          <p:nvPr/>
        </p:nvPicPr>
        <p:blipFill>
          <a:blip r:embed="rId2"/>
          <a:stretch>
            <a:fillRect/>
          </a:stretch>
        </p:blipFill>
        <p:spPr>
          <a:xfrm>
            <a:off x="6528078" y="1782355"/>
            <a:ext cx="5278734" cy="3959051"/>
          </a:xfrm>
          <a:prstGeom prst="rect">
            <a:avLst/>
          </a:prstGeom>
        </p:spPr>
      </p:pic>
      <p:sp>
        <p:nvSpPr>
          <p:cNvPr id="6" name="TextBox 5">
            <a:extLst>
              <a:ext uri="{FF2B5EF4-FFF2-40B4-BE49-F238E27FC236}">
                <a16:creationId xmlns:a16="http://schemas.microsoft.com/office/drawing/2014/main" id="{96284532-8225-169A-961B-B100ADB6CC8E}"/>
              </a:ext>
            </a:extLst>
          </p:cNvPr>
          <p:cNvSpPr txBox="1"/>
          <p:nvPr/>
        </p:nvSpPr>
        <p:spPr>
          <a:xfrm>
            <a:off x="8416032" y="4145959"/>
            <a:ext cx="1758461" cy="338554"/>
          </a:xfrm>
          <a:prstGeom prst="rect">
            <a:avLst/>
          </a:prstGeom>
          <a:noFill/>
        </p:spPr>
        <p:txBody>
          <a:bodyPr wrap="square" rtlCol="0">
            <a:spAutoFit/>
          </a:bodyPr>
          <a:lstStyle/>
          <a:p>
            <a:r>
              <a:rPr lang="en-GB" sz="1600" dirty="0">
                <a:latin typeface="+mj-lt"/>
              </a:rPr>
              <a:t>Pitch Document</a:t>
            </a:r>
          </a:p>
        </p:txBody>
      </p:sp>
      <p:sp>
        <p:nvSpPr>
          <p:cNvPr id="7" name="TextBox 6">
            <a:extLst>
              <a:ext uri="{FF2B5EF4-FFF2-40B4-BE49-F238E27FC236}">
                <a16:creationId xmlns:a16="http://schemas.microsoft.com/office/drawing/2014/main" id="{4D6215CF-CF13-0CFB-162E-ED15A8F1351D}"/>
              </a:ext>
            </a:extLst>
          </p:cNvPr>
          <p:cNvSpPr txBox="1"/>
          <p:nvPr/>
        </p:nvSpPr>
        <p:spPr>
          <a:xfrm>
            <a:off x="7059991" y="5464143"/>
            <a:ext cx="4214905" cy="1077218"/>
          </a:xfrm>
          <a:prstGeom prst="rect">
            <a:avLst/>
          </a:prstGeom>
          <a:noFill/>
        </p:spPr>
        <p:txBody>
          <a:bodyPr wrap="square" rtlCol="0">
            <a:spAutoFit/>
          </a:bodyPr>
          <a:lstStyle/>
          <a:p>
            <a:pPr algn="ctr"/>
            <a:r>
              <a:rPr lang="en-US" sz="1600" dirty="0"/>
              <a:t>All work Copyright ©2026 </a:t>
            </a:r>
          </a:p>
          <a:p>
            <a:pPr algn="ctr"/>
            <a:r>
              <a:rPr lang="en-US" sz="1600" dirty="0"/>
              <a:t>by Kaito Games</a:t>
            </a:r>
            <a:endParaRPr lang="en-GB" sz="1600" dirty="0"/>
          </a:p>
          <a:p>
            <a:pPr algn="ctr"/>
            <a:r>
              <a:rPr lang="en-US" sz="1600" dirty="0"/>
              <a:t> </a:t>
            </a:r>
            <a:endParaRPr lang="en-GB" sz="1600" dirty="0"/>
          </a:p>
          <a:p>
            <a:pPr algn="ctr"/>
            <a:r>
              <a:rPr lang="en-US" sz="1600" dirty="0"/>
              <a:t>Written by Lilly-Jane Nicholls (Noah)</a:t>
            </a:r>
            <a:endParaRPr lang="en-GB" sz="1600"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a:lstStyle/>
          <a:p>
            <a:r>
              <a:rPr lang="en-US" dirty="0"/>
              <a:t>Summary</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688201"/>
            <a:ext cx="3171825" cy="2519363"/>
          </a:xfrm>
        </p:spPr>
        <p:txBody>
          <a:bodyPr>
            <a:noAutofit/>
          </a:bodyPr>
          <a:lstStyle/>
          <a:p>
            <a:r>
              <a:rPr lang="en-GB" sz="1600" dirty="0"/>
              <a:t>A turn-based psychological horror game where the protagonist gets trapped inside of a new revolutionary treatment where players can take control of one’s mind and rewrite traumatic events – forcing them to choose between confronting, avoiding, or altering the truth as their past, other patients, and the system itself begin to resist the changes.</a:t>
            </a:r>
            <a:endParaRPr lang="en-US" sz="1600" dirty="0"/>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2026</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Pitch Doc</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dirty="0"/>
              <a:t>Main Character </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2026</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dirty="0"/>
              <a:t>Pitch Doc</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3</a:t>
            </a:fld>
            <a:endParaRPr lang="en-US" dirty="0"/>
          </a:p>
        </p:txBody>
      </p:sp>
      <p:pic>
        <p:nvPicPr>
          <p:cNvPr id="10" name="Picture 9">
            <a:extLst>
              <a:ext uri="{FF2B5EF4-FFF2-40B4-BE49-F238E27FC236}">
                <a16:creationId xmlns:a16="http://schemas.microsoft.com/office/drawing/2014/main" id="{E2A069DF-FA76-41D6-6F09-010B3F2D4A57}"/>
              </a:ext>
            </a:extLst>
          </p:cNvPr>
          <p:cNvPicPr>
            <a:picLocks noChangeAspect="1"/>
          </p:cNvPicPr>
          <p:nvPr/>
        </p:nvPicPr>
        <p:blipFill>
          <a:blip r:embed="rId2"/>
          <a:stretch>
            <a:fillRect/>
          </a:stretch>
        </p:blipFill>
        <p:spPr>
          <a:xfrm>
            <a:off x="1917700" y="3303081"/>
            <a:ext cx="2000250" cy="2000250"/>
          </a:xfrm>
          <a:prstGeom prst="rect">
            <a:avLst/>
          </a:prstGeom>
        </p:spPr>
      </p:pic>
    </p:spTree>
    <p:extLst>
      <p:ext uri="{BB962C8B-B14F-4D97-AF65-F5344CB8AC3E}">
        <p14:creationId xmlns:p14="http://schemas.microsoft.com/office/powerpoint/2010/main" val="1346372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lstStyle/>
          <a:p>
            <a:r>
              <a:rPr lang="en-US" dirty="0"/>
              <a:t>HENRY WALSH</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793227"/>
          </a:xfrm>
        </p:spPr>
        <p:txBody>
          <a:bodyPr vert="horz" lIns="91440" tIns="45720" rIns="91440" bIns="45720" rtlCol="0" anchor="t">
            <a:normAutofit fontScale="85000" lnSpcReduction="10000"/>
          </a:bodyPr>
          <a:lstStyle/>
          <a:p>
            <a:pPr algn="l"/>
            <a:r>
              <a:rPr lang="en-GB" dirty="0">
                <a:latin typeface="+mn-lt"/>
              </a:rPr>
              <a:t>The protagonist of the game is a recently resigned police officer who not long lost his wife in a tragic accident. His son was with his wife at the time but survives and is placed in critical condition. Grief and anger builds up in Henry, blaming his son for the whole ordeal and is eventually triggered to kill his son. </a:t>
            </a:r>
          </a:p>
          <a:p>
            <a:pPr algn="l"/>
            <a:r>
              <a:rPr lang="en-GB" dirty="0">
                <a:latin typeface="+mn-lt"/>
              </a:rPr>
              <a:t>After X number of years in prison, Henry is given probation with the expectation to follow a set curfew and attend a new therapy treatment, that is soon to be market launched, as a 'tester'.</a:t>
            </a:r>
            <a:endParaRPr lang="en-US" dirty="0">
              <a:latin typeface="+mn-lt"/>
            </a:endParaRP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447844"/>
          </a:xfrm>
        </p:spPr>
        <p:txBody>
          <a:bodyPr>
            <a:normAutofit/>
          </a:bodyPr>
          <a:lstStyle/>
          <a:p>
            <a:pPr algn="l"/>
            <a:r>
              <a:rPr lang="en-GB" sz="1700" dirty="0">
                <a:latin typeface="+mn-lt"/>
              </a:rPr>
              <a:t>Henry at present is an emotionally repressed man who is deeply disconnected from his own reality. He processes trauma through avoidance and rationalization, reframing his past in ways that absolve him from responsibility. He struggles to form genuine connections, viewing others at a distance or through suspicion, yet shows flickers of vulnerability when confronted with reminders of what he has lost.</a:t>
            </a:r>
            <a:endParaRPr lang="en-US" sz="1700" dirty="0">
              <a:latin typeface="+mn-lt"/>
            </a:endParaRP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a:lstStyle/>
          <a:p>
            <a:r>
              <a:rPr lang="en-US" dirty="0"/>
              <a:t>2026</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a:lstStyle/>
          <a:p>
            <a:r>
              <a:rPr lang="en-US" dirty="0"/>
              <a:t>Pitch Doc</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lstStyle/>
          <a:p>
            <a:r>
              <a:rPr lang="en-US" dirty="0"/>
              <a:t>Setting &amp;</a:t>
            </a:r>
            <a:br>
              <a:rPr lang="en-US" dirty="0"/>
            </a:br>
            <a:r>
              <a:rPr lang="en-US" dirty="0"/>
              <a:t>Story</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4825715"/>
          </a:xfrm>
        </p:spPr>
        <p:txBody>
          <a:bodyPr vert="horz" lIns="91440" tIns="45720" rIns="91440" bIns="45720" rtlCol="0" anchor="t">
            <a:normAutofit fontScale="92500" lnSpcReduction="20000"/>
          </a:bodyPr>
          <a:lstStyle/>
          <a:p>
            <a:r>
              <a:rPr lang="en-GB" dirty="0">
                <a:latin typeface="+mn-lt"/>
              </a:rPr>
              <a:t>The game is set in a small town called Saltmere; a coastal town in South-West England. A once busy tourist spot that has been slowly left to rot. As to try regain reputation and yield, the local council put their last funds into experimenting on the human mind and learning how to alter memories, alas forming a new 'revolutionary’ treatment to cure trauma patients, specifically targeting those with ptsd and psychological trauma. Saltmere council result to using convicts from the local penile detention centre as testing subjects, which leads our protagonist to the start of his arc. Henry Walsh is geared up and walked through how the simulation works before entering the system, unbeknown to him that the treatment is still heavily unstable and gets sucked into his own mind. With his mind corrupted he must face manifestations of his own guilt, repressed trauma, and fears to escape the system.</a:t>
            </a:r>
            <a:endParaRPr lang="en-US" dirty="0">
              <a:latin typeface="+mn-lt"/>
            </a:endParaRP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a:lstStyle/>
          <a:p>
            <a:r>
              <a:rPr lang="en-US" dirty="0"/>
              <a:t>2026</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a:lstStyle/>
          <a:p>
            <a:r>
              <a:rPr lang="en-US" dirty="0"/>
              <a:t>Pitch Doc</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In-game</a:t>
            </a:r>
            <a:br>
              <a:rPr lang="en-US" dirty="0"/>
            </a:br>
            <a:r>
              <a:rPr lang="en-US" dirty="0"/>
              <a:t>content</a:t>
            </a:r>
          </a:p>
        </p:txBody>
      </p:sp>
    </p:spTree>
    <p:extLst>
      <p:ext uri="{BB962C8B-B14F-4D97-AF65-F5344CB8AC3E}">
        <p14:creationId xmlns:p14="http://schemas.microsoft.com/office/powerpoint/2010/main" val="70778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582500"/>
            <a:ext cx="5431971" cy="846301"/>
          </a:xfrm>
        </p:spPr>
        <p:txBody>
          <a:bodyPr/>
          <a:lstStyle/>
          <a:p>
            <a:r>
              <a:rPr lang="en-US" dirty="0"/>
              <a:t>Gameplay &amp; enemies</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dirty="0"/>
              <a:t>2026</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dirty="0"/>
              <a:t>Pitch Doc</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7</a:t>
            </a:fld>
            <a:endParaRPr lang="en-US" dirty="0"/>
          </a:p>
        </p:txBody>
      </p:sp>
      <p:sp>
        <p:nvSpPr>
          <p:cNvPr id="23" name="TextBox 22">
            <a:extLst>
              <a:ext uri="{FF2B5EF4-FFF2-40B4-BE49-F238E27FC236}">
                <a16:creationId xmlns:a16="http://schemas.microsoft.com/office/drawing/2014/main" id="{C4FA9744-57CA-42CB-94DA-764836E90F05}"/>
              </a:ext>
            </a:extLst>
          </p:cNvPr>
          <p:cNvSpPr txBox="1"/>
          <p:nvPr/>
        </p:nvSpPr>
        <p:spPr>
          <a:xfrm>
            <a:off x="5918936" y="3090739"/>
            <a:ext cx="4866968" cy="1569660"/>
          </a:xfrm>
          <a:prstGeom prst="rect">
            <a:avLst/>
          </a:prstGeom>
          <a:noFill/>
        </p:spPr>
        <p:txBody>
          <a:bodyPr wrap="square" rtlCol="0">
            <a:spAutoFit/>
          </a:bodyPr>
          <a:lstStyle/>
          <a:p>
            <a:r>
              <a:rPr lang="en-GB" sz="1600" dirty="0"/>
              <a:t>Players will be faced with harder gameplay and slightly differed environments as a way of punishment for running away from enemies or avoiding challenges given to the player; this gives the overall message of avoiding problems only delays the inevitable, often making them worse.</a:t>
            </a:r>
          </a:p>
        </p:txBody>
      </p:sp>
      <p:sp>
        <p:nvSpPr>
          <p:cNvPr id="26" name="TextBox 25">
            <a:extLst>
              <a:ext uri="{FF2B5EF4-FFF2-40B4-BE49-F238E27FC236}">
                <a16:creationId xmlns:a16="http://schemas.microsoft.com/office/drawing/2014/main" id="{9E19CE49-52B4-9F9D-0F2E-32AE38C4561A}"/>
              </a:ext>
            </a:extLst>
          </p:cNvPr>
          <p:cNvSpPr txBox="1"/>
          <p:nvPr/>
        </p:nvSpPr>
        <p:spPr>
          <a:xfrm>
            <a:off x="5918936" y="1242636"/>
            <a:ext cx="5230845" cy="1815882"/>
          </a:xfrm>
          <a:prstGeom prst="rect">
            <a:avLst/>
          </a:prstGeom>
          <a:noFill/>
        </p:spPr>
        <p:txBody>
          <a:bodyPr wrap="square" rtlCol="0">
            <a:spAutoFit/>
          </a:bodyPr>
          <a:lstStyle/>
          <a:p>
            <a:r>
              <a:rPr lang="en-GB" sz="1600" dirty="0"/>
              <a:t>Gestalt will feature a unique turn-based combat system like Undertale or Fear and Hunger. It will have the standard Fight, Talk, Items and Run options for the player to choose from, but choices made by the player will be reflected in the environment, enemies, and NPCs. It will also feature branching dialogue that will affect the ending that the player receives.</a:t>
            </a:r>
          </a:p>
        </p:txBody>
      </p:sp>
      <p:sp>
        <p:nvSpPr>
          <p:cNvPr id="27" name="TextBox 26">
            <a:extLst>
              <a:ext uri="{FF2B5EF4-FFF2-40B4-BE49-F238E27FC236}">
                <a16:creationId xmlns:a16="http://schemas.microsoft.com/office/drawing/2014/main" id="{DA3FB3EB-4208-C447-46EA-D4129E451401}"/>
              </a:ext>
            </a:extLst>
          </p:cNvPr>
          <p:cNvSpPr txBox="1"/>
          <p:nvPr/>
        </p:nvSpPr>
        <p:spPr>
          <a:xfrm>
            <a:off x="5918936" y="4692620"/>
            <a:ext cx="4683314" cy="1077218"/>
          </a:xfrm>
          <a:prstGeom prst="rect">
            <a:avLst/>
          </a:prstGeom>
          <a:noFill/>
        </p:spPr>
        <p:txBody>
          <a:bodyPr wrap="square" rtlCol="0">
            <a:spAutoFit/>
          </a:bodyPr>
          <a:lstStyle/>
          <a:p>
            <a:r>
              <a:rPr lang="en-GB" sz="1600" dirty="0"/>
              <a:t>Alongside this when players choose the action 'run’ they will be given a 50/50 chance of either successfully running away or failing and losing half health and having to fight anyway.</a:t>
            </a:r>
          </a:p>
        </p:txBody>
      </p:sp>
      <p:pic>
        <p:nvPicPr>
          <p:cNvPr id="29" name="Picture 28">
            <a:extLst>
              <a:ext uri="{FF2B5EF4-FFF2-40B4-BE49-F238E27FC236}">
                <a16:creationId xmlns:a16="http://schemas.microsoft.com/office/drawing/2014/main" id="{CC260736-2293-64E9-24AE-CB712E66AC65}"/>
              </a:ext>
            </a:extLst>
          </p:cNvPr>
          <p:cNvPicPr>
            <a:picLocks noChangeAspect="1"/>
          </p:cNvPicPr>
          <p:nvPr/>
        </p:nvPicPr>
        <p:blipFill>
          <a:blip r:embed="rId2"/>
          <a:stretch>
            <a:fillRect/>
          </a:stretch>
        </p:blipFill>
        <p:spPr>
          <a:xfrm>
            <a:off x="-137653" y="1984997"/>
            <a:ext cx="2211481" cy="2211481"/>
          </a:xfrm>
          <a:prstGeom prst="rect">
            <a:avLst/>
          </a:prstGeom>
        </p:spPr>
      </p:pic>
    </p:spTree>
    <p:extLst>
      <p:ext uri="{BB962C8B-B14F-4D97-AF65-F5344CB8AC3E}">
        <p14:creationId xmlns:p14="http://schemas.microsoft.com/office/powerpoint/2010/main" val="2069393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a:lstStyle/>
          <a:p>
            <a:r>
              <a:rPr lang="en-US" dirty="0"/>
              <a:t>Why steam for Platform choice?</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1932971" y="3064615"/>
            <a:ext cx="1517545" cy="823912"/>
          </a:xfrm>
        </p:spPr>
        <p:txBody>
          <a:bodyPr/>
          <a:lstStyle/>
          <a:p>
            <a:r>
              <a:rPr lang="en-US" dirty="0"/>
              <a:t>147M</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75%</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742606" y="3064615"/>
            <a:ext cx="1516423" cy="823912"/>
          </a:xfrm>
        </p:spPr>
        <p:txBody>
          <a:bodyPr/>
          <a:lstStyle/>
          <a:p>
            <a:r>
              <a:rPr lang="en-US" dirty="0"/>
              <a:t>5,800</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a:lstStyle/>
          <a:p>
            <a:r>
              <a:rPr lang="en-US" dirty="0"/>
              <a:t>Monthly active users</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a:normAutofit/>
          </a:bodyPr>
          <a:lstStyle/>
          <a:p>
            <a:r>
              <a:rPr lang="en-US" dirty="0"/>
              <a:t>Distribution control</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09" y="4824188"/>
            <a:ext cx="3752345" cy="462927"/>
          </a:xfrm>
        </p:spPr>
        <p:txBody>
          <a:bodyPr/>
          <a:lstStyle/>
          <a:p>
            <a:r>
              <a:rPr lang="en-US" dirty="0"/>
              <a:t>Indie games earnt &gt;100,000</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942013"/>
          </a:xfrm>
        </p:spPr>
        <p:txBody>
          <a:bodyPr>
            <a:normAutofit fontScale="85000" lnSpcReduction="10000"/>
          </a:bodyPr>
          <a:lstStyle/>
          <a:p>
            <a:r>
              <a:rPr lang="en-US" dirty="0"/>
              <a:t>Major visibility potential.</a:t>
            </a:r>
          </a:p>
          <a:p>
            <a:r>
              <a:rPr lang="en-US" dirty="0"/>
              <a:t>Constant active audience.</a:t>
            </a:r>
          </a:p>
          <a:p>
            <a:r>
              <a:rPr lang="en-US" dirty="0"/>
              <a:t>Better chance of whishlists and reviews.</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815237"/>
          </a:xfrm>
        </p:spPr>
        <p:txBody>
          <a:bodyPr>
            <a:normAutofit lnSpcReduction="10000"/>
          </a:bodyPr>
          <a:lstStyle/>
          <a:p>
            <a:r>
              <a:rPr lang="en-US" dirty="0"/>
              <a:t>Most pc players already use steam.</a:t>
            </a:r>
          </a:p>
          <a:p>
            <a:r>
              <a:rPr lang="en-US" dirty="0"/>
              <a:t>Players trust steam storefront and payment system.</a:t>
            </a:r>
          </a:p>
          <a:p>
            <a:endParaRPr lang="en-US" dirty="0"/>
          </a:p>
          <a:p>
            <a:endParaRPr lang="en-US" dirty="0"/>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614693" cy="1075587"/>
          </a:xfrm>
        </p:spPr>
        <p:txBody>
          <a:bodyPr>
            <a:normAutofit fontScale="92500" lnSpcReduction="10000"/>
          </a:bodyPr>
          <a:lstStyle/>
          <a:p>
            <a:r>
              <a:rPr lang="en-US" dirty="0"/>
              <a:t>Indie games make up around 40% units sold.</a:t>
            </a:r>
          </a:p>
          <a:p>
            <a:r>
              <a:rPr lang="en-US" dirty="0"/>
              <a:t>Steam actively pushes;</a:t>
            </a:r>
          </a:p>
          <a:p>
            <a:r>
              <a:rPr lang="en-US" dirty="0"/>
              <a:t>Discovery queue, wishlist notifications, similar games</a:t>
            </a:r>
          </a:p>
          <a:p>
            <a:endParaRPr lang="en-US" dirty="0"/>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a:lstStyle/>
          <a:p>
            <a:r>
              <a:rPr lang="en-US" dirty="0"/>
              <a:t>2026</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a:lstStyle/>
          <a:p>
            <a:r>
              <a:rPr lang="en-US" dirty="0"/>
              <a:t>Pitch Doc</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404854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t>Goals FOR THE GAME</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a:lstStyle/>
          <a:p>
            <a:r>
              <a:rPr lang="en-US" dirty="0"/>
              <a:t>GOAL 1:</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r>
              <a:rPr lang="en-US" noProof="1"/>
              <a:t>To use the environments to communicate clear narrative and emotional context. Players should feel immersed into the story and be able to connect with the protagonist through exploring and interacting with their surroundings.</a:t>
            </a:r>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a:lstStyle/>
          <a:p>
            <a:r>
              <a:rPr lang="en-US" dirty="0"/>
              <a:t>GOAL 2:</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a:lstStyle/>
          <a:p>
            <a:r>
              <a:rPr lang="en-US" dirty="0"/>
              <a:t>To create a lucid and recognizable tone and thematic direction that differentiates the project within the psychological horror space.</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GOAL 3:</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For players to feel a constant sense of unease and uncanniness, even during quiet moments. And to not know whether their actions are helping or causing harm. </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2026</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Doc</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199" y="3238103"/>
            <a:ext cx="5053781" cy="2004161"/>
          </a:xfrm>
        </p:spPr>
        <p:txBody>
          <a:bodyPr>
            <a:normAutofit/>
          </a:bodyPr>
          <a:lstStyle/>
          <a:p>
            <a:r>
              <a:rPr lang="en-US" dirty="0"/>
              <a:t>Lilly-Jane Nicholls (Noah)​</a:t>
            </a:r>
          </a:p>
          <a:p>
            <a:r>
              <a:rPr lang="en-US" dirty="0"/>
              <a:t>nbnicholls27@gmail.com    Narrative Designer</a:t>
            </a:r>
          </a:p>
          <a:p>
            <a:r>
              <a:rPr lang="en-US" dirty="0"/>
              <a:t>Alfie.newbon@gmail.com   Project Lead &amp; Game Designer</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2026</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Doc</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230e9df3-be65-4c73-a93b-d1236ebd677e"/>
    <ds:schemaRef ds:uri="http://purl.org/dc/elements/1.1/"/>
    <ds:schemaRef ds:uri="71af3243-3dd4-4a8d-8c0d-dd76da1f02a5"/>
    <ds:schemaRef ds:uri="http://www.w3.org/XML/1998/namespace"/>
    <ds:schemaRef ds:uri="http://purl.org/dc/terms/"/>
    <ds:schemaRef ds:uri="http://schemas.microsoft.com/sharepoint/v3"/>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{1A0C9631-1247-465E-9206-722116DD93D7}TF1ed81438-95a7-4ae9-841d-43ea2c64f7fc8ae7ff09_win32-aa52a5bb69e3</Template>
  <TotalTime>131</TotalTime>
  <Words>805</Words>
  <Application>Microsoft Office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Tenorite</vt:lpstr>
      <vt:lpstr>Monoline</vt:lpstr>
      <vt:lpstr>PowerPoint Presentation</vt:lpstr>
      <vt:lpstr>Summary</vt:lpstr>
      <vt:lpstr>Main Character </vt:lpstr>
      <vt:lpstr>HENRY WALSH</vt:lpstr>
      <vt:lpstr>Setting &amp; Story</vt:lpstr>
      <vt:lpstr>In-game content</vt:lpstr>
      <vt:lpstr>Gameplay &amp; enemies</vt:lpstr>
      <vt:lpstr>Why steam for Platform choice?</vt:lpstr>
      <vt:lpstr>Goals FOR THE GAME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noah blake</dc:creator>
  <cp:lastModifiedBy>noah blake</cp:lastModifiedBy>
  <cp:revision>1</cp:revision>
  <dcterms:created xsi:type="dcterms:W3CDTF">2026-05-23T09:21:32Z</dcterms:created>
  <dcterms:modified xsi:type="dcterms:W3CDTF">2026-05-23T11:33:07Z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